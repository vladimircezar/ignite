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512236649a4bda" /><Relationship Type="http://schemas.openxmlformats.org/officeDocument/2006/relationships/extended-properties" Target="/docProps/app.xml" Id="R573c55941ae94692" /><Relationship Type="http://schemas.openxmlformats.org/officeDocument/2006/relationships/officeDocument" Target="/ppt/presentation.xml" Id="R30e637f36e1a43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58f83b9f94407b"/>
  </p:sldMasterIdLst>
  <p:notesMasterIdLst>
    <p:notesMasterId xmlns:r="http://schemas.openxmlformats.org/officeDocument/2006/relationships" r:id="R38062237a1914038"/>
  </p:notesMasterIdLst>
  <p:sldIdLst>
    <p:sldId xmlns:r="http://schemas.openxmlformats.org/officeDocument/2006/relationships" id="256" r:id="R0d05919c24c94fec"/>
    <p:sldId xmlns:r="http://schemas.openxmlformats.org/officeDocument/2006/relationships" id="257" r:id="R902c880f216a4a89"/>
    <p:sldId xmlns:r="http://schemas.openxmlformats.org/officeDocument/2006/relationships" id="258" r:id="R9fb629ff35404161"/>
    <p:sldId xmlns:r="http://schemas.openxmlformats.org/officeDocument/2006/relationships" id="259" r:id="Rf596ea06cdf14836"/>
    <p:sldId xmlns:r="http://schemas.openxmlformats.org/officeDocument/2006/relationships" id="260" r:id="R3800f61afa764b74"/>
    <p:sldId xmlns:r="http://schemas.openxmlformats.org/officeDocument/2006/relationships" id="261" r:id="R10eb9aa7ee404f7e"/>
    <p:sldId xmlns:r="http://schemas.openxmlformats.org/officeDocument/2006/relationships" id="262" r:id="R5086f692d303419f"/>
    <p:sldId xmlns:r="http://schemas.openxmlformats.org/officeDocument/2006/relationships" id="263" r:id="Rdb161e8497054e05"/>
    <p:sldId xmlns:r="http://schemas.openxmlformats.org/officeDocument/2006/relationships" id="264" r:id="R80efb89499fd4da2"/>
    <p:sldId xmlns:r="http://schemas.openxmlformats.org/officeDocument/2006/relationships" id="265" r:id="R7b54a88c7ecb424b"/>
    <p:sldId xmlns:r="http://schemas.openxmlformats.org/officeDocument/2006/relationships" id="266" r:id="Rac6b8e8c53cf4f6d"/>
    <p:sldId xmlns:r="http://schemas.openxmlformats.org/officeDocument/2006/relationships" id="267" r:id="Rb344c7db2fdb4bc3"/>
    <p:sldId xmlns:r="http://schemas.openxmlformats.org/officeDocument/2006/relationships" id="268" r:id="R35295ebb4d8a490d"/>
    <p:sldId xmlns:r="http://schemas.openxmlformats.org/officeDocument/2006/relationships" id="269" r:id="R4e0743ff53ec45ec"/>
    <p:sldId xmlns:r="http://schemas.openxmlformats.org/officeDocument/2006/relationships" id="270" r:id="R9dad0e0d9bfe4ed2"/>
    <p:sldId xmlns:r="http://schemas.openxmlformats.org/officeDocument/2006/relationships" id="271" r:id="R34429e0bf47e44df"/>
    <p:sldId xmlns:r="http://schemas.openxmlformats.org/officeDocument/2006/relationships" id="272" r:id="R41297e6fd4fc49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90eba274954380" /><Relationship Type="http://schemas.openxmlformats.org/officeDocument/2006/relationships/slideMaster" Target="/ppt/slideMasters/slideMaster1.xml" Id="Rbd58f83b9f94407b" /><Relationship Type="http://schemas.openxmlformats.org/officeDocument/2006/relationships/notesMaster" Target="/ppt/notesMasters/notesMaster1.xml" Id="R38062237a1914038" /><Relationship Type="http://schemas.openxmlformats.org/officeDocument/2006/relationships/presProps" Target="/ppt/presProps.xml" Id="Rd248b26e3ae146ce" /><Relationship Type="http://schemas.openxmlformats.org/officeDocument/2006/relationships/tableStyles" Target="/ppt/tableStyles.xml" Id="Read1fdc05567464e" /><Relationship Type="http://schemas.openxmlformats.org/officeDocument/2006/relationships/slide" Target="/ppt/slides/slide1.xml" Id="R0d05919c24c94fec" /><Relationship Type="http://schemas.openxmlformats.org/officeDocument/2006/relationships/slide" Target="/ppt/slides/slide2.xml" Id="R902c880f216a4a89" /><Relationship Type="http://schemas.openxmlformats.org/officeDocument/2006/relationships/slide" Target="/ppt/slides/slide3.xml" Id="R9fb629ff35404161" /><Relationship Type="http://schemas.openxmlformats.org/officeDocument/2006/relationships/slide" Target="/ppt/slides/slide4.xml" Id="Rf596ea06cdf14836" /><Relationship Type="http://schemas.openxmlformats.org/officeDocument/2006/relationships/slide" Target="/ppt/slides/slide5.xml" Id="R3800f61afa764b74" /><Relationship Type="http://schemas.openxmlformats.org/officeDocument/2006/relationships/slide" Target="/ppt/slides/slide6.xml" Id="R10eb9aa7ee404f7e" /><Relationship Type="http://schemas.openxmlformats.org/officeDocument/2006/relationships/slide" Target="/ppt/slides/slide7.xml" Id="R5086f692d303419f" /><Relationship Type="http://schemas.openxmlformats.org/officeDocument/2006/relationships/slide" Target="/ppt/slides/slide8.xml" Id="Rdb161e8497054e05" /><Relationship Type="http://schemas.openxmlformats.org/officeDocument/2006/relationships/slide" Target="/ppt/slides/slide9.xml" Id="R80efb89499fd4da2" /><Relationship Type="http://schemas.openxmlformats.org/officeDocument/2006/relationships/slide" Target="/ppt/slides/slide10.xml" Id="R7b54a88c7ecb424b" /><Relationship Type="http://schemas.openxmlformats.org/officeDocument/2006/relationships/slide" Target="/ppt/slides/slide11.xml" Id="Rac6b8e8c53cf4f6d" /><Relationship Type="http://schemas.openxmlformats.org/officeDocument/2006/relationships/slide" Target="/ppt/slides/slide12.xml" Id="Rb344c7db2fdb4bc3" /><Relationship Type="http://schemas.openxmlformats.org/officeDocument/2006/relationships/slide" Target="/ppt/slides/slide13.xml" Id="R35295ebb4d8a490d" /><Relationship Type="http://schemas.openxmlformats.org/officeDocument/2006/relationships/slide" Target="/ppt/slides/slide14.xml" Id="R4e0743ff53ec45ec" /><Relationship Type="http://schemas.openxmlformats.org/officeDocument/2006/relationships/slide" Target="/ppt/slides/slide15.xml" Id="R9dad0e0d9bfe4ed2" /><Relationship Type="http://schemas.openxmlformats.org/officeDocument/2006/relationships/slide" Target="/ppt/slides/slide16.xml" Id="R34429e0bf47e44df" /><Relationship Type="http://schemas.openxmlformats.org/officeDocument/2006/relationships/slide" Target="/ppt/slides/slide17.xml" Id="R41297e6fd4fc49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13c4a54c4149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e067e5ac35481b" /><Relationship Type="http://schemas.openxmlformats.org/officeDocument/2006/relationships/notesMaster" Target="/ppt/notesMasters/notesMaster1.xml" Id="Rc04502460e9a45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88aa60bbab4617" /><Relationship Type="http://schemas.openxmlformats.org/officeDocument/2006/relationships/notesMaster" Target="/ppt/notesMasters/notesMaster1.xml" Id="R8b4f2ad4f9754c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2586bd654b4b10" /><Relationship Type="http://schemas.openxmlformats.org/officeDocument/2006/relationships/notesMaster" Target="/ppt/notesMasters/notesMaster1.xml" Id="Rd48f1d9d644346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5cfbec5f89410b" /><Relationship Type="http://schemas.openxmlformats.org/officeDocument/2006/relationships/notesMaster" Target="/ppt/notesMasters/notesMaster1.xml" Id="R2d3910c1302a43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98589fd9d74fb4" /><Relationship Type="http://schemas.openxmlformats.org/officeDocument/2006/relationships/notesMaster" Target="/ppt/notesMasters/notesMaster1.xml" Id="Ra4f56b43249a45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52f0211d8f4eb2" /><Relationship Type="http://schemas.openxmlformats.org/officeDocument/2006/relationships/notesMaster" Target="/ppt/notesMasters/notesMaster1.xml" Id="R49639b76c2804e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43363310904ab8" /><Relationship Type="http://schemas.openxmlformats.org/officeDocument/2006/relationships/notesMaster" Target="/ppt/notesMasters/notesMaster1.xml" Id="Re91a5894dd2048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a186fedb1c4c23" /><Relationship Type="http://schemas.openxmlformats.org/officeDocument/2006/relationships/notesMaster" Target="/ppt/notesMasters/notesMaster1.xml" Id="R365d4dd4f57f46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1f335ed9804624" /><Relationship Type="http://schemas.openxmlformats.org/officeDocument/2006/relationships/notesMaster" Target="/ppt/notesMasters/notesMaster1.xml" Id="R616a1e64fa8d40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a8f6a3afdc4347" /><Relationship Type="http://schemas.openxmlformats.org/officeDocument/2006/relationships/notesMaster" Target="/ppt/notesMasters/notesMaster1.xml" Id="R88f420ab73324d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de0bfaee0c45e5" /><Relationship Type="http://schemas.openxmlformats.org/officeDocument/2006/relationships/notesMaster" Target="/ppt/notesMasters/notesMaster1.xml" Id="Rbc47a76068a84e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9384afa17543f0" /><Relationship Type="http://schemas.openxmlformats.org/officeDocument/2006/relationships/notesMaster" Target="/ppt/notesMasters/notesMaster1.xml" Id="Rd3fe7c22e26444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1d3c1cc8c5d4c2c" /><Relationship Type="http://schemas.openxmlformats.org/officeDocument/2006/relationships/notesMaster" Target="/ppt/notesMasters/notesMaster1.xml" Id="R3a8e4cee52fb4e3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319b08d62d4b8c" /><Relationship Type="http://schemas.openxmlformats.org/officeDocument/2006/relationships/notesMaster" Target="/ppt/notesMasters/notesMaster1.xml" Id="R735cbe2c26e34c1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8b12aa7c4fb4857" /><Relationship Type="http://schemas.openxmlformats.org/officeDocument/2006/relationships/notesMaster" Target="/ppt/notesMasters/notesMaster1.xml" Id="R7757f0ec9e16475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9142dbc4a5e4843" /><Relationship Type="http://schemas.openxmlformats.org/officeDocument/2006/relationships/notesMaster" Target="/ppt/notesMasters/notesMaster1.xml" Id="R56ad02b00eab455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4913f1a9bb945c8" /><Relationship Type="http://schemas.openxmlformats.org/officeDocument/2006/relationships/notesMaster" Target="/ppt/notesMasters/notesMaster1.xml" Id="Re778a0c8f2cd45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838e728b054cf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a09ce9c05a4d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0e12ae0fd049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9c6eceb79444b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877e3aeeb44e2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5ae3e457434a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C383D8-6614-4601-9E92-AA1FAB6066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75665F1-E6EB-464C-A273-7727FD1EA3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C609CF3-3BEA-431C-83CC-C65532ACEF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F7D448-6ECD-43EF-AD37-B519D59C9A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EAC0830-737C-42A2-8641-5AF1AE43DF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590219A-13E3-45EC-9346-4934781DBB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18BD06-5B01-4637-B332-FB6EDA0262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EBAAFC8-1CE2-4490-AD07-C9FD31FA9D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9D0892-9291-4E5F-B5EF-ECECA8303D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52BC7D-9D08-4E4E-BECD-815BFF4F6E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4c9c96cf2c4864" /><Relationship Type="http://schemas.openxmlformats.org/officeDocument/2006/relationships/slideLayout" Target="/ppt/slideLayouts/slideLayout1.xml" Id="Rf9ce613c51cb42b4" /><Relationship Type="http://schemas.openxmlformats.org/officeDocument/2006/relationships/slideLayout" Target="/ppt/slideLayouts/slideLayout2.xml" Id="R5ddc32ffef2140b2" /><Relationship Type="http://schemas.openxmlformats.org/officeDocument/2006/relationships/slideLayout" Target="/ppt/slideLayouts/slideLayout3.xml" Id="R3e967c3874844884" /><Relationship Type="http://schemas.openxmlformats.org/officeDocument/2006/relationships/slideLayout" Target="/ppt/slideLayouts/slideLayout4.xml" Id="Re8218d3ff5784303" /><Relationship Type="http://schemas.openxmlformats.org/officeDocument/2006/relationships/slideLayout" Target="/ppt/slideLayouts/slideLayout5.xml" Id="R2970934e29d5402b" /><Relationship Type="http://schemas.openxmlformats.org/officeDocument/2006/relationships/slideLayout" Target="/ppt/slideLayouts/slideLayout6.xml" Id="R45ef09d3572047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ce613c51cb42b4"/>
    <p:sldLayoutId xmlns:r="http://schemas.openxmlformats.org/officeDocument/2006/relationships" id="2147483650" r:id="R5ddc32ffef2140b2"/>
    <p:sldLayoutId xmlns:r="http://schemas.openxmlformats.org/officeDocument/2006/relationships" id="2147483651" r:id="R3e967c3874844884"/>
    <p:sldLayoutId xmlns:r="http://schemas.openxmlformats.org/officeDocument/2006/relationships" id="2147483652" r:id="Re8218d3ff5784303"/>
    <p:sldLayoutId xmlns:r="http://schemas.openxmlformats.org/officeDocument/2006/relationships" id="2147483653" r:id="R2970934e29d5402b"/>
    <p:sldLayoutId xmlns:r="http://schemas.openxmlformats.org/officeDocument/2006/relationships" id="2147483654" r:id="R45ef09d3572047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dde2742fca4356" /><Relationship Type="http://schemas.openxmlformats.org/officeDocument/2006/relationships/image" Target="/ppt/media/image.png" Id="R2fc050cb55124481" /><Relationship Type="http://schemas.openxmlformats.org/officeDocument/2006/relationships/notesSlide" Target="/ppt/notesSlides/notesSlide1.xml" Id="Rd561044253fd43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5fc99539504c58" /><Relationship Type="http://schemas.openxmlformats.org/officeDocument/2006/relationships/notesSlide" Target="/ppt/notesSlides/notesSlide2.xml" Id="Rf54e454cdc9246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d789caa4254d0a" /><Relationship Type="http://schemas.openxmlformats.org/officeDocument/2006/relationships/image" Target="/ppt/media/image2.png" Id="R673ab82b173c400d" /><Relationship Type="http://schemas.openxmlformats.org/officeDocument/2006/relationships/notesSlide" Target="/ppt/notesSlides/notesSlide3.xml" Id="Re4854b13d4ad44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d3faa3b8af4728" /><Relationship Type="http://schemas.openxmlformats.org/officeDocument/2006/relationships/image" Target="/ppt/media/image3.png" Id="Rcf75cc51423f4280" /><Relationship Type="http://schemas.openxmlformats.org/officeDocument/2006/relationships/notesSlide" Target="/ppt/notesSlides/notesSlide4.xml" Id="R730cec9f515549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891b8b2f104174" /><Relationship Type="http://schemas.openxmlformats.org/officeDocument/2006/relationships/image" Target="/ppt/media/image4.png" Id="Re45556f9f5c049a1" /><Relationship Type="http://schemas.openxmlformats.org/officeDocument/2006/relationships/notesSlide" Target="/ppt/notesSlides/notesSlide5.xml" Id="Rc6d2336f310c43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1fd38d20794973" /><Relationship Type="http://schemas.openxmlformats.org/officeDocument/2006/relationships/image" Target="/ppt/media/image5.png" Id="Rb85b52da8fcb44bc" /><Relationship Type="http://schemas.openxmlformats.org/officeDocument/2006/relationships/notesSlide" Target="/ppt/notesSlides/notesSlide6.xml" Id="Rec8b30e9409b4a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1cad5741d44dcd" /><Relationship Type="http://schemas.openxmlformats.org/officeDocument/2006/relationships/image" Target="/ppt/media/image6.png" Id="R099f211c93fd4bbd" /><Relationship Type="http://schemas.openxmlformats.org/officeDocument/2006/relationships/notesSlide" Target="/ppt/notesSlides/notesSlide7.xml" Id="R5560723bd1b148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ff221de8e94b85" /><Relationship Type="http://schemas.openxmlformats.org/officeDocument/2006/relationships/image" Target="/ppt/media/image7.png" Id="Rfb31276e6e1a4eb0" /><Relationship Type="http://schemas.openxmlformats.org/officeDocument/2006/relationships/notesSlide" Target="/ppt/notesSlides/notesSlide8.xml" Id="R0bc5fd73e66a42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ec12ee6b8f47fb" /><Relationship Type="http://schemas.openxmlformats.org/officeDocument/2006/relationships/image" Target="/ppt/media/image8.png" Id="R335e004b5bd44666" /><Relationship Type="http://schemas.openxmlformats.org/officeDocument/2006/relationships/notesSlide" Target="/ppt/notesSlides/notesSlide9.xml" Id="R545c2af01a5f46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0d231a53014484" /><Relationship Type="http://schemas.openxmlformats.org/officeDocument/2006/relationships/image" Target="/ppt/media/image9.png" Id="Rfcb07e4072014036" /><Relationship Type="http://schemas.openxmlformats.org/officeDocument/2006/relationships/image" Target="/ppt/media/image10.png" Id="R83d932693f414f26" /><Relationship Type="http://schemas.openxmlformats.org/officeDocument/2006/relationships/image" Target="/ppt/media/image11.png" Id="R007c29db83b84db0" /><Relationship Type="http://schemas.openxmlformats.org/officeDocument/2006/relationships/image" Target="/ppt/media/image12.png" Id="Re4dbeef528cd4119" /><Relationship Type="http://schemas.openxmlformats.org/officeDocument/2006/relationships/notesSlide" Target="/ppt/notesSlides/notesSlide10.xml" Id="R2a4a1bdd6fa14a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0b1817ec034642" /><Relationship Type="http://schemas.openxmlformats.org/officeDocument/2006/relationships/notesSlide" Target="/ppt/notesSlides/notesSlide11.xml" Id="Rcc30ab19850d49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312b7e2d914eef" /><Relationship Type="http://schemas.openxmlformats.org/officeDocument/2006/relationships/image" Target="/ppt/media/image13.png" Id="R299410a403ab4968" /><Relationship Type="http://schemas.openxmlformats.org/officeDocument/2006/relationships/notesSlide" Target="/ppt/notesSlides/notesSlide12.xml" Id="Rf101497194fa4d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e69bd3663d4c3c" /><Relationship Type="http://schemas.openxmlformats.org/officeDocument/2006/relationships/image" Target="/ppt/media/image14.png" Id="R2d6be6b0f51c4f5e" /><Relationship Type="http://schemas.openxmlformats.org/officeDocument/2006/relationships/notesSlide" Target="/ppt/notesSlides/notesSlide13.xml" Id="Rc83556032e59444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b1990d19ec4760" /><Relationship Type="http://schemas.openxmlformats.org/officeDocument/2006/relationships/image" Target="/ppt/media/image15.png" Id="Rde666357ab804279" /><Relationship Type="http://schemas.openxmlformats.org/officeDocument/2006/relationships/notesSlide" Target="/ppt/notesSlides/notesSlide14.xml" Id="Rc3afeb63785f47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c8dc471b9c4cca" /><Relationship Type="http://schemas.openxmlformats.org/officeDocument/2006/relationships/image" Target="/ppt/media/image16.png" Id="Re50fcd2ae8814e06" /><Relationship Type="http://schemas.openxmlformats.org/officeDocument/2006/relationships/notesSlide" Target="/ppt/notesSlides/notesSlide15.xml" Id="Rdaba0900c5ac48a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0204f502a64c1b" /><Relationship Type="http://schemas.openxmlformats.org/officeDocument/2006/relationships/image" Target="/ppt/media/image17.png" Id="Rd339fd70cb604e46" /><Relationship Type="http://schemas.openxmlformats.org/officeDocument/2006/relationships/notesSlide" Target="/ppt/notesSlides/notesSlide16.xml" Id="R30c205425e7d47d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9ef56879e6496a" /><Relationship Type="http://schemas.openxmlformats.org/officeDocument/2006/relationships/image" Target="/ppt/media/image18.png" Id="Rf544ef93f3c64965" /><Relationship Type="http://schemas.openxmlformats.org/officeDocument/2006/relationships/image" Target="/ppt/media/image19.png" Id="Rad2fd66105aa4771" /><Relationship Type="http://schemas.openxmlformats.org/officeDocument/2006/relationships/notesSlide" Target="/ppt/notesSlides/notesSlide17.xml" Id="R1ea511bf564642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E8A7D-0E1A-4F30-B1B4-1E695F92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C904"/>
          </a:solidFill>
          <a:ln xmlns:a="http://schemas.openxmlformats.org/drawingml/2006/main" w="0">
            <a:noFill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13CEA-19FF-41A2-8335-0BA8D2D13B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050cb55124481"/>
          <a:stretch xmlns:a="http://schemas.openxmlformats.org/drawingml/2006/main"/>
        </p:blipFill>
        <p:spPr>
          <a:xfrm xmlns:a="http://schemas.openxmlformats.org/drawingml/2006/main">
            <a:off x="2893030" y="1847850"/>
            <a:ext cx="6424990" cy="3162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917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DC90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78EEA9-DFB0-4CA3-9CF6-D8D68338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2476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0" b="1">
                <a:solidFill>
                  <a:srgbClr val="111111"/>
                </a:solidFill>
              </a:defRPr>
            </a:defPPr>
            <a:lvl1pPr>
              <a:defRPr sz="18750" b="1">
                <a:solidFill>
                  <a:srgbClr val="111111"/>
                </a:solidFill>
              </a:defRPr>
            </a:lvl1pPr>
            <a:lvl2pPr>
              <a:defRPr sz="18750" b="1">
                <a:solidFill>
                  <a:srgbClr val="111111"/>
                </a:solidFill>
              </a:defRPr>
            </a:lvl2pPr>
            <a:lvl3pPr>
              <a:defRPr sz="18750" b="1">
                <a:solidFill>
                  <a:srgbClr val="111111"/>
                </a:solidFill>
              </a:defRPr>
            </a:lvl3pPr>
            <a:lvl4pPr>
              <a:defRPr sz="18750" b="1">
                <a:solidFill>
                  <a:srgbClr val="111111"/>
                </a:solidFill>
              </a:defRPr>
            </a:lvl4pPr>
            <a:lvl5pPr>
              <a:defRPr sz="18750" b="1">
                <a:solidFill>
                  <a:srgbClr val="111111"/>
                </a:solidFill>
              </a:defRPr>
            </a:lvl5pPr>
            <a:lvl6pPr>
              <a:defRPr sz="18750" b="1">
                <a:solidFill>
                  <a:srgbClr val="111111"/>
                </a:solidFill>
              </a:defRPr>
            </a:lvl6pPr>
            <a:lvl7pPr>
              <a:defRPr sz="18750" b="1">
                <a:solidFill>
                  <a:srgbClr val="111111"/>
                </a:solidFill>
              </a:defRPr>
            </a:lvl7pPr>
            <a:lvl8pPr>
              <a:defRPr sz="18750" b="1">
                <a:solidFill>
                  <a:srgbClr val="111111"/>
                </a:solidFill>
              </a:defRPr>
            </a:lvl8pPr>
            <a:lvl9pPr>
              <a:defRPr sz="187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8750" b="1">
                <a:solidFill>
                  <a:srgbClr val="111111"/>
                </a:solidFill>
              </a:defRPr>
            </a:pPr>
            <a:r>
              <a:rPr sz="18750" b="1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B2ACD-ECC8-42AB-822A-1806BF1A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385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11111"/>
                </a:solidFill>
              </a:defRPr>
            </a:defPPr>
            <a:lvl1pPr>
              <a:defRPr sz="3300" b="1">
                <a:solidFill>
                  <a:srgbClr val="111111"/>
                </a:solidFill>
              </a:defRPr>
            </a:lvl1pPr>
            <a:lvl2pPr>
              <a:defRPr sz="3300" b="1">
                <a:solidFill>
                  <a:srgbClr val="111111"/>
                </a:solidFill>
              </a:defRPr>
            </a:lvl2pPr>
            <a:lvl3pPr>
              <a:defRPr sz="3300" b="1">
                <a:solidFill>
                  <a:srgbClr val="111111"/>
                </a:solidFill>
              </a:defRPr>
            </a:lvl3pPr>
            <a:lvl4pPr>
              <a:defRPr sz="3300" b="1">
                <a:solidFill>
                  <a:srgbClr val="111111"/>
                </a:solidFill>
              </a:defRPr>
            </a:lvl4pPr>
            <a:lvl5pPr>
              <a:defRPr sz="3300" b="1">
                <a:solidFill>
                  <a:srgbClr val="111111"/>
                </a:solidFill>
              </a:defRPr>
            </a:lvl5pPr>
            <a:lvl6pPr>
              <a:defRPr sz="3300" b="1">
                <a:solidFill>
                  <a:srgbClr val="111111"/>
                </a:solidFill>
              </a:defRPr>
            </a:lvl6pPr>
            <a:lvl7pPr>
              <a:defRPr sz="3300" b="1">
                <a:solidFill>
                  <a:srgbClr val="111111"/>
                </a:solidFill>
              </a:defRPr>
            </a:lvl7pPr>
            <a:lvl8pPr>
              <a:defRPr sz="3300" b="1">
                <a:solidFill>
                  <a:srgbClr val="111111"/>
                </a:solidFill>
              </a:defRPr>
            </a:lvl8pPr>
            <a:lvl9pPr>
              <a:defRPr sz="330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second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439E9-608B-4978-BB9D-AF62798F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19150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1111"/>
                </a:solidFill>
              </a:defRPr>
            </a:defPPr>
            <a:lvl1pPr>
              <a:defRPr sz="2550" b="1">
                <a:solidFill>
                  <a:srgbClr val="111111"/>
                </a:solidFill>
              </a:defRPr>
            </a:lvl1pPr>
            <a:lvl2pPr>
              <a:defRPr sz="2550" b="1">
                <a:solidFill>
                  <a:srgbClr val="111111"/>
                </a:solidFill>
              </a:defRPr>
            </a:lvl2pPr>
            <a:lvl3pPr>
              <a:defRPr sz="2550" b="1">
                <a:solidFill>
                  <a:srgbClr val="111111"/>
                </a:solidFill>
              </a:defRPr>
            </a:lvl3pPr>
            <a:lvl4pPr>
              <a:defRPr sz="2550" b="1">
                <a:solidFill>
                  <a:srgbClr val="111111"/>
                </a:solidFill>
              </a:defRPr>
            </a:lvl4pPr>
            <a:lvl5pPr>
              <a:defRPr sz="2550" b="1">
                <a:solidFill>
                  <a:srgbClr val="111111"/>
                </a:solidFill>
              </a:defRPr>
            </a:lvl5pPr>
            <a:lvl6pPr>
              <a:defRPr sz="2550" b="1">
                <a:solidFill>
                  <a:srgbClr val="111111"/>
                </a:solidFill>
              </a:defRPr>
            </a:lvl6pPr>
            <a:lvl7pPr>
              <a:defRPr sz="2550" b="1">
                <a:solidFill>
                  <a:srgbClr val="111111"/>
                </a:solidFill>
              </a:defRPr>
            </a:lvl7pPr>
            <a:lvl8pPr>
              <a:defRPr sz="2550" b="1">
                <a:solidFill>
                  <a:srgbClr val="111111"/>
                </a:solidFill>
              </a:defRPr>
            </a:lvl8pPr>
            <a:lvl9pPr>
              <a:defRPr sz="25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A logo often gets one second to earn attention and leave a memory.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4C8EC-7592-4C82-9B88-86A9FFD6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241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11111"/>
                </a:solidFill>
              </a:defRPr>
            </a:defPPr>
            <a:lvl1pPr>
              <a:defRPr sz="1050" b="1">
                <a:solidFill>
                  <a:srgbClr val="111111"/>
                </a:solidFill>
              </a:defRPr>
            </a:lvl1pPr>
            <a:lvl2pPr>
              <a:defRPr sz="1050" b="1">
                <a:solidFill>
                  <a:srgbClr val="111111"/>
                </a:solidFill>
              </a:defRPr>
            </a:lvl2pPr>
            <a:lvl3pPr>
              <a:defRPr sz="1050" b="1">
                <a:solidFill>
                  <a:srgbClr val="111111"/>
                </a:solidFill>
              </a:defRPr>
            </a:lvl3pPr>
            <a:lvl4pPr>
              <a:defRPr sz="1050" b="1">
                <a:solidFill>
                  <a:srgbClr val="111111"/>
                </a:solidFill>
              </a:defRPr>
            </a:lvl4pPr>
            <a:lvl5pPr>
              <a:defRPr sz="1050" b="1">
                <a:solidFill>
                  <a:srgbClr val="111111"/>
                </a:solidFill>
              </a:defRPr>
            </a:lvl5pPr>
            <a:lvl6pPr>
              <a:defRPr sz="1050" b="1">
                <a:solidFill>
                  <a:srgbClr val="111111"/>
                </a:solidFill>
              </a:defRPr>
            </a:lvl6pPr>
            <a:lvl7pPr>
              <a:defRPr sz="1050" b="1">
                <a:solidFill>
                  <a:srgbClr val="111111"/>
                </a:solidFill>
              </a:defRPr>
            </a:lvl7pPr>
            <a:lvl8pPr>
              <a:defRPr sz="1050" b="1">
                <a:solidFill>
                  <a:srgbClr val="111111"/>
                </a:solidFill>
              </a:defRPr>
            </a:lvl8pPr>
            <a:lvl9pPr>
              <a:defRPr sz="10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9BC46-EC2E-4A1B-A99B-0018F210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86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11111"/>
                </a:solidFill>
              </a:defRPr>
            </a:defPPr>
            <a:lvl1pPr>
              <a:defRPr sz="1650" b="1">
                <a:solidFill>
                  <a:srgbClr val="111111"/>
                </a:solidFill>
              </a:defRPr>
            </a:lvl1pPr>
            <a:lvl2pPr>
              <a:defRPr sz="1650" b="1">
                <a:solidFill>
                  <a:srgbClr val="111111"/>
                </a:solidFill>
              </a:defRPr>
            </a:lvl2pPr>
            <a:lvl3pPr>
              <a:defRPr sz="1650" b="1">
                <a:solidFill>
                  <a:srgbClr val="111111"/>
                </a:solidFill>
              </a:defRPr>
            </a:lvl3pPr>
            <a:lvl4pPr>
              <a:defRPr sz="1650" b="1">
                <a:solidFill>
                  <a:srgbClr val="111111"/>
                </a:solidFill>
              </a:defRPr>
            </a:lvl4pPr>
            <a:lvl5pPr>
              <a:defRPr sz="1650" b="1">
                <a:solidFill>
                  <a:srgbClr val="111111"/>
                </a:solidFill>
              </a:defRPr>
            </a:lvl5pPr>
            <a:lvl6pPr>
              <a:defRPr sz="1650" b="1">
                <a:solidFill>
                  <a:srgbClr val="111111"/>
                </a:solidFill>
              </a:defRPr>
            </a:lvl6pPr>
            <a:lvl7pPr>
              <a:defRPr sz="1650" b="1">
                <a:solidFill>
                  <a:srgbClr val="111111"/>
                </a:solidFill>
              </a:defRPr>
            </a:lvl7pPr>
            <a:lvl8pPr>
              <a:defRPr sz="1650" b="1">
                <a:solidFill>
                  <a:srgbClr val="111111"/>
                </a:solidFill>
              </a:defRPr>
            </a:lvl8pPr>
            <a:lvl9pPr>
              <a:defRPr sz="16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Distinctive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A54FD-8CE2-4C5F-AA84-CF5EA993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43B18"/>
                </a:solidFill>
              </a:defRPr>
            </a:defPPr>
            <a:lvl1pPr>
              <a:defRPr sz="1275" b="0">
                <a:solidFill>
                  <a:srgbClr val="443B18"/>
                </a:solidFill>
              </a:defRPr>
            </a:lvl1pPr>
            <a:lvl2pPr>
              <a:defRPr sz="1275" b="0">
                <a:solidFill>
                  <a:srgbClr val="443B18"/>
                </a:solidFill>
              </a:defRPr>
            </a:lvl2pPr>
            <a:lvl3pPr>
              <a:defRPr sz="1275" b="0">
                <a:solidFill>
                  <a:srgbClr val="443B18"/>
                </a:solidFill>
              </a:defRPr>
            </a:lvl3pPr>
            <a:lvl4pPr>
              <a:defRPr sz="1275" b="0">
                <a:solidFill>
                  <a:srgbClr val="443B18"/>
                </a:solidFill>
              </a:defRPr>
            </a:lvl4pPr>
            <a:lvl5pPr>
              <a:defRPr sz="1275" b="0">
                <a:solidFill>
                  <a:srgbClr val="443B18"/>
                </a:solidFill>
              </a:defRPr>
            </a:lvl5pPr>
            <a:lvl6pPr>
              <a:defRPr sz="1275" b="0">
                <a:solidFill>
                  <a:srgbClr val="443B18"/>
                </a:solidFill>
              </a:defRPr>
            </a:lvl6pPr>
            <a:lvl7pPr>
              <a:defRPr sz="1275" b="0">
                <a:solidFill>
                  <a:srgbClr val="443B18"/>
                </a:solidFill>
              </a:defRPr>
            </a:lvl7pPr>
            <a:lvl8pPr>
              <a:defRPr sz="1275" b="0">
                <a:solidFill>
                  <a:srgbClr val="443B18"/>
                </a:solidFill>
              </a:defRPr>
            </a:lvl8pPr>
            <a:lvl9pPr>
              <a:defRPr sz="1275" b="0">
                <a:solidFill>
                  <a:srgbClr val="443B1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43B18"/>
                </a:solidFill>
              </a:defRPr>
            </a:pPr>
            <a:r>
              <a:rPr sz="1275" b="0">
                <a:solidFill>
                  <a:srgbClr val="443B18"/>
                </a:solidFill>
              </a:rPr>
              <a:t>A silhouette people can recognize again.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E4B1B-3AFC-47F6-81F3-593A14F4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813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11111"/>
                </a:solidFill>
              </a:defRPr>
            </a:defPPr>
            <a:lvl1pPr>
              <a:defRPr sz="1050" b="1">
                <a:solidFill>
                  <a:srgbClr val="111111"/>
                </a:solidFill>
              </a:defRPr>
            </a:lvl1pPr>
            <a:lvl2pPr>
              <a:defRPr sz="1050" b="1">
                <a:solidFill>
                  <a:srgbClr val="111111"/>
                </a:solidFill>
              </a:defRPr>
            </a:lvl2pPr>
            <a:lvl3pPr>
              <a:defRPr sz="1050" b="1">
                <a:solidFill>
                  <a:srgbClr val="111111"/>
                </a:solidFill>
              </a:defRPr>
            </a:lvl3pPr>
            <a:lvl4pPr>
              <a:defRPr sz="1050" b="1">
                <a:solidFill>
                  <a:srgbClr val="111111"/>
                </a:solidFill>
              </a:defRPr>
            </a:lvl4pPr>
            <a:lvl5pPr>
              <a:defRPr sz="1050" b="1">
                <a:solidFill>
                  <a:srgbClr val="111111"/>
                </a:solidFill>
              </a:defRPr>
            </a:lvl5pPr>
            <a:lvl6pPr>
              <a:defRPr sz="1050" b="1">
                <a:solidFill>
                  <a:srgbClr val="111111"/>
                </a:solidFill>
              </a:defRPr>
            </a:lvl6pPr>
            <a:lvl7pPr>
              <a:defRPr sz="1050" b="1">
                <a:solidFill>
                  <a:srgbClr val="111111"/>
                </a:solidFill>
              </a:defRPr>
            </a:lvl7pPr>
            <a:lvl8pPr>
              <a:defRPr sz="1050" b="1">
                <a:solidFill>
                  <a:srgbClr val="111111"/>
                </a:solidFill>
              </a:defRPr>
            </a:lvl8pPr>
            <a:lvl9pPr>
              <a:defRPr sz="10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7B955-C913-4419-A5EB-EC0563AF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432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11111"/>
                </a:solidFill>
              </a:defRPr>
            </a:defPPr>
            <a:lvl1pPr>
              <a:defRPr sz="1650" b="1">
                <a:solidFill>
                  <a:srgbClr val="111111"/>
                </a:solidFill>
              </a:defRPr>
            </a:lvl1pPr>
            <a:lvl2pPr>
              <a:defRPr sz="1650" b="1">
                <a:solidFill>
                  <a:srgbClr val="111111"/>
                </a:solidFill>
              </a:defRPr>
            </a:lvl2pPr>
            <a:lvl3pPr>
              <a:defRPr sz="1650" b="1">
                <a:solidFill>
                  <a:srgbClr val="111111"/>
                </a:solidFill>
              </a:defRPr>
            </a:lvl3pPr>
            <a:lvl4pPr>
              <a:defRPr sz="1650" b="1">
                <a:solidFill>
                  <a:srgbClr val="111111"/>
                </a:solidFill>
              </a:defRPr>
            </a:lvl4pPr>
            <a:lvl5pPr>
              <a:defRPr sz="1650" b="1">
                <a:solidFill>
                  <a:srgbClr val="111111"/>
                </a:solidFill>
              </a:defRPr>
            </a:lvl5pPr>
            <a:lvl6pPr>
              <a:defRPr sz="1650" b="1">
                <a:solidFill>
                  <a:srgbClr val="111111"/>
                </a:solidFill>
              </a:defRPr>
            </a:lvl6pPr>
            <a:lvl7pPr>
              <a:defRPr sz="1650" b="1">
                <a:solidFill>
                  <a:srgbClr val="111111"/>
                </a:solidFill>
              </a:defRPr>
            </a:lvl7pPr>
            <a:lvl8pPr>
              <a:defRPr sz="1650" b="1">
                <a:solidFill>
                  <a:srgbClr val="111111"/>
                </a:solidFill>
              </a:defRPr>
            </a:lvl8pPr>
            <a:lvl9pPr>
              <a:defRPr sz="16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Simple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499DE-8824-4D24-B023-0B39B474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813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43B18"/>
                </a:solidFill>
              </a:defRPr>
            </a:defPPr>
            <a:lvl1pPr>
              <a:defRPr sz="1275" b="0">
                <a:solidFill>
                  <a:srgbClr val="443B18"/>
                </a:solidFill>
              </a:defRPr>
            </a:lvl1pPr>
            <a:lvl2pPr>
              <a:defRPr sz="1275" b="0">
                <a:solidFill>
                  <a:srgbClr val="443B18"/>
                </a:solidFill>
              </a:defRPr>
            </a:lvl2pPr>
            <a:lvl3pPr>
              <a:defRPr sz="1275" b="0">
                <a:solidFill>
                  <a:srgbClr val="443B18"/>
                </a:solidFill>
              </a:defRPr>
            </a:lvl3pPr>
            <a:lvl4pPr>
              <a:defRPr sz="1275" b="0">
                <a:solidFill>
                  <a:srgbClr val="443B18"/>
                </a:solidFill>
              </a:defRPr>
            </a:lvl4pPr>
            <a:lvl5pPr>
              <a:defRPr sz="1275" b="0">
                <a:solidFill>
                  <a:srgbClr val="443B18"/>
                </a:solidFill>
              </a:defRPr>
            </a:lvl5pPr>
            <a:lvl6pPr>
              <a:defRPr sz="1275" b="0">
                <a:solidFill>
                  <a:srgbClr val="443B18"/>
                </a:solidFill>
              </a:defRPr>
            </a:lvl6pPr>
            <a:lvl7pPr>
              <a:defRPr sz="1275" b="0">
                <a:solidFill>
                  <a:srgbClr val="443B18"/>
                </a:solidFill>
              </a:defRPr>
            </a:lvl7pPr>
            <a:lvl8pPr>
              <a:defRPr sz="1275" b="0">
                <a:solidFill>
                  <a:srgbClr val="443B18"/>
                </a:solidFill>
              </a:defRPr>
            </a:lvl8pPr>
            <a:lvl9pPr>
              <a:defRPr sz="1275" b="0">
                <a:solidFill>
                  <a:srgbClr val="443B1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43B18"/>
                </a:solidFill>
              </a:defRPr>
            </a:pPr>
            <a:r>
              <a:rPr sz="1275" b="0">
                <a:solidFill>
                  <a:srgbClr val="443B18"/>
                </a:solidFill>
              </a:rPr>
              <a:t>A form the eye can understand quickly.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5C3EF-5152-4432-A5FE-C9901849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0386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11111"/>
                </a:solidFill>
              </a:defRPr>
            </a:defPPr>
            <a:lvl1pPr>
              <a:defRPr sz="1050" b="1">
                <a:solidFill>
                  <a:srgbClr val="111111"/>
                </a:solidFill>
              </a:defRPr>
            </a:lvl1pPr>
            <a:lvl2pPr>
              <a:defRPr sz="1050" b="1">
                <a:solidFill>
                  <a:srgbClr val="111111"/>
                </a:solidFill>
              </a:defRPr>
            </a:lvl2pPr>
            <a:lvl3pPr>
              <a:defRPr sz="1050" b="1">
                <a:solidFill>
                  <a:srgbClr val="111111"/>
                </a:solidFill>
              </a:defRPr>
            </a:lvl3pPr>
            <a:lvl4pPr>
              <a:defRPr sz="1050" b="1">
                <a:solidFill>
                  <a:srgbClr val="111111"/>
                </a:solidFill>
              </a:defRPr>
            </a:lvl4pPr>
            <a:lvl5pPr>
              <a:defRPr sz="1050" b="1">
                <a:solidFill>
                  <a:srgbClr val="111111"/>
                </a:solidFill>
              </a:defRPr>
            </a:lvl5pPr>
            <a:lvl6pPr>
              <a:defRPr sz="1050" b="1">
                <a:solidFill>
                  <a:srgbClr val="111111"/>
                </a:solidFill>
              </a:defRPr>
            </a:lvl6pPr>
            <a:lvl7pPr>
              <a:defRPr sz="1050" b="1">
                <a:solidFill>
                  <a:srgbClr val="111111"/>
                </a:solidFill>
              </a:defRPr>
            </a:lvl7pPr>
            <a:lvl8pPr>
              <a:defRPr sz="1050" b="1">
                <a:solidFill>
                  <a:srgbClr val="111111"/>
                </a:solidFill>
              </a:defRPr>
            </a:lvl8pPr>
            <a:lvl9pPr>
              <a:defRPr sz="10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060BD7-8041-4016-8D5B-54EE493D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00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11111"/>
                </a:solidFill>
              </a:defRPr>
            </a:defPPr>
            <a:lvl1pPr>
              <a:defRPr sz="1650" b="1">
                <a:solidFill>
                  <a:srgbClr val="111111"/>
                </a:solidFill>
              </a:defRPr>
            </a:lvl1pPr>
            <a:lvl2pPr>
              <a:defRPr sz="1650" b="1">
                <a:solidFill>
                  <a:srgbClr val="111111"/>
                </a:solidFill>
              </a:defRPr>
            </a:lvl2pPr>
            <a:lvl3pPr>
              <a:defRPr sz="1650" b="1">
                <a:solidFill>
                  <a:srgbClr val="111111"/>
                </a:solidFill>
              </a:defRPr>
            </a:lvl3pPr>
            <a:lvl4pPr>
              <a:defRPr sz="1650" b="1">
                <a:solidFill>
                  <a:srgbClr val="111111"/>
                </a:solidFill>
              </a:defRPr>
            </a:lvl4pPr>
            <a:lvl5pPr>
              <a:defRPr sz="1650" b="1">
                <a:solidFill>
                  <a:srgbClr val="111111"/>
                </a:solidFill>
              </a:defRPr>
            </a:lvl5pPr>
            <a:lvl6pPr>
              <a:defRPr sz="1650" b="1">
                <a:solidFill>
                  <a:srgbClr val="111111"/>
                </a:solidFill>
              </a:defRPr>
            </a:lvl6pPr>
            <a:lvl7pPr>
              <a:defRPr sz="1650" b="1">
                <a:solidFill>
                  <a:srgbClr val="111111"/>
                </a:solidFill>
              </a:defRPr>
            </a:lvl7pPr>
            <a:lvl8pPr>
              <a:defRPr sz="1650" b="1">
                <a:solidFill>
                  <a:srgbClr val="111111"/>
                </a:solidFill>
              </a:defRPr>
            </a:lvl8pPr>
            <a:lvl9pPr>
              <a:defRPr sz="16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Scalable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804D71-1CCB-45D7-99C4-B1BC6D2F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386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43B18"/>
                </a:solidFill>
              </a:defRPr>
            </a:defPPr>
            <a:lvl1pPr>
              <a:defRPr sz="1275" b="0">
                <a:solidFill>
                  <a:srgbClr val="443B18"/>
                </a:solidFill>
              </a:defRPr>
            </a:lvl1pPr>
            <a:lvl2pPr>
              <a:defRPr sz="1275" b="0">
                <a:solidFill>
                  <a:srgbClr val="443B18"/>
                </a:solidFill>
              </a:defRPr>
            </a:lvl2pPr>
            <a:lvl3pPr>
              <a:defRPr sz="1275" b="0">
                <a:solidFill>
                  <a:srgbClr val="443B18"/>
                </a:solidFill>
              </a:defRPr>
            </a:lvl3pPr>
            <a:lvl4pPr>
              <a:defRPr sz="1275" b="0">
                <a:solidFill>
                  <a:srgbClr val="443B18"/>
                </a:solidFill>
              </a:defRPr>
            </a:lvl4pPr>
            <a:lvl5pPr>
              <a:defRPr sz="1275" b="0">
                <a:solidFill>
                  <a:srgbClr val="443B18"/>
                </a:solidFill>
              </a:defRPr>
            </a:lvl5pPr>
            <a:lvl6pPr>
              <a:defRPr sz="1275" b="0">
                <a:solidFill>
                  <a:srgbClr val="443B18"/>
                </a:solidFill>
              </a:defRPr>
            </a:lvl6pPr>
            <a:lvl7pPr>
              <a:defRPr sz="1275" b="0">
                <a:solidFill>
                  <a:srgbClr val="443B18"/>
                </a:solidFill>
              </a:defRPr>
            </a:lvl7pPr>
            <a:lvl8pPr>
              <a:defRPr sz="1275" b="0">
                <a:solidFill>
                  <a:srgbClr val="443B18"/>
                </a:solidFill>
              </a:defRPr>
            </a:lvl8pPr>
            <a:lvl9pPr>
              <a:defRPr sz="1275" b="0">
                <a:solidFill>
                  <a:srgbClr val="443B1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43B18"/>
                </a:solidFill>
              </a:defRPr>
            </a:pPr>
            <a:r>
              <a:rPr sz="1275" b="0">
                <a:solidFill>
                  <a:srgbClr val="443B18"/>
                </a:solidFill>
              </a:rPr>
              <a:t>A mark that survives small sizes.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006547-C0FB-4394-A92E-34AA5444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8958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11111"/>
                </a:solidFill>
              </a:defRPr>
            </a:defPPr>
            <a:lvl1pPr>
              <a:defRPr sz="1050" b="1">
                <a:solidFill>
                  <a:srgbClr val="111111"/>
                </a:solidFill>
              </a:defRPr>
            </a:lvl1pPr>
            <a:lvl2pPr>
              <a:defRPr sz="1050" b="1">
                <a:solidFill>
                  <a:srgbClr val="111111"/>
                </a:solidFill>
              </a:defRPr>
            </a:lvl2pPr>
            <a:lvl3pPr>
              <a:defRPr sz="1050" b="1">
                <a:solidFill>
                  <a:srgbClr val="111111"/>
                </a:solidFill>
              </a:defRPr>
            </a:lvl3pPr>
            <a:lvl4pPr>
              <a:defRPr sz="1050" b="1">
                <a:solidFill>
                  <a:srgbClr val="111111"/>
                </a:solidFill>
              </a:defRPr>
            </a:lvl4pPr>
            <a:lvl5pPr>
              <a:defRPr sz="1050" b="1">
                <a:solidFill>
                  <a:srgbClr val="111111"/>
                </a:solidFill>
              </a:defRPr>
            </a:lvl5pPr>
            <a:lvl6pPr>
              <a:defRPr sz="1050" b="1">
                <a:solidFill>
                  <a:srgbClr val="111111"/>
                </a:solidFill>
              </a:defRPr>
            </a:lvl6pPr>
            <a:lvl7pPr>
              <a:defRPr sz="1050" b="1">
                <a:solidFill>
                  <a:srgbClr val="111111"/>
                </a:solidFill>
              </a:defRPr>
            </a:lvl7pPr>
            <a:lvl8pPr>
              <a:defRPr sz="1050" b="1">
                <a:solidFill>
                  <a:srgbClr val="111111"/>
                </a:solidFill>
              </a:defRPr>
            </a:lvl8pPr>
            <a:lvl9pPr>
              <a:defRPr sz="10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DFEDC-79DD-4F21-8895-2FC24BB0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57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11111"/>
                </a:solidFill>
              </a:defRPr>
            </a:defPPr>
            <a:lvl1pPr>
              <a:defRPr sz="1650" b="1">
                <a:solidFill>
                  <a:srgbClr val="111111"/>
                </a:solidFill>
              </a:defRPr>
            </a:lvl1pPr>
            <a:lvl2pPr>
              <a:defRPr sz="1650" b="1">
                <a:solidFill>
                  <a:srgbClr val="111111"/>
                </a:solidFill>
              </a:defRPr>
            </a:lvl2pPr>
            <a:lvl3pPr>
              <a:defRPr sz="1650" b="1">
                <a:solidFill>
                  <a:srgbClr val="111111"/>
                </a:solidFill>
              </a:defRPr>
            </a:lvl3pPr>
            <a:lvl4pPr>
              <a:defRPr sz="1650" b="1">
                <a:solidFill>
                  <a:srgbClr val="111111"/>
                </a:solidFill>
              </a:defRPr>
            </a:lvl4pPr>
            <a:lvl5pPr>
              <a:defRPr sz="1650" b="1">
                <a:solidFill>
                  <a:srgbClr val="111111"/>
                </a:solidFill>
              </a:defRPr>
            </a:lvl5pPr>
            <a:lvl6pPr>
              <a:defRPr sz="1650" b="1">
                <a:solidFill>
                  <a:srgbClr val="111111"/>
                </a:solidFill>
              </a:defRPr>
            </a:lvl6pPr>
            <a:lvl7pPr>
              <a:defRPr sz="1650" b="1">
                <a:solidFill>
                  <a:srgbClr val="111111"/>
                </a:solidFill>
              </a:defRPr>
            </a:lvl7pPr>
            <a:lvl8pPr>
              <a:defRPr sz="1650" b="1">
                <a:solidFill>
                  <a:srgbClr val="111111"/>
                </a:solidFill>
              </a:defRPr>
            </a:lvl8pPr>
            <a:lvl9pPr>
              <a:defRPr sz="16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Adaptable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0C2F24-001C-49AB-833A-EC8B7B9C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958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43B18"/>
                </a:solidFill>
              </a:defRPr>
            </a:defPPr>
            <a:lvl1pPr>
              <a:defRPr sz="1275" b="0">
                <a:solidFill>
                  <a:srgbClr val="443B18"/>
                </a:solidFill>
              </a:defRPr>
            </a:lvl1pPr>
            <a:lvl2pPr>
              <a:defRPr sz="1275" b="0">
                <a:solidFill>
                  <a:srgbClr val="443B18"/>
                </a:solidFill>
              </a:defRPr>
            </a:lvl2pPr>
            <a:lvl3pPr>
              <a:defRPr sz="1275" b="0">
                <a:solidFill>
                  <a:srgbClr val="443B18"/>
                </a:solidFill>
              </a:defRPr>
            </a:lvl3pPr>
            <a:lvl4pPr>
              <a:defRPr sz="1275" b="0">
                <a:solidFill>
                  <a:srgbClr val="443B18"/>
                </a:solidFill>
              </a:defRPr>
            </a:lvl4pPr>
            <a:lvl5pPr>
              <a:defRPr sz="1275" b="0">
                <a:solidFill>
                  <a:srgbClr val="443B18"/>
                </a:solidFill>
              </a:defRPr>
            </a:lvl5pPr>
            <a:lvl6pPr>
              <a:defRPr sz="1275" b="0">
                <a:solidFill>
                  <a:srgbClr val="443B18"/>
                </a:solidFill>
              </a:defRPr>
            </a:lvl6pPr>
            <a:lvl7pPr>
              <a:defRPr sz="1275" b="0">
                <a:solidFill>
                  <a:srgbClr val="443B18"/>
                </a:solidFill>
              </a:defRPr>
            </a:lvl7pPr>
            <a:lvl8pPr>
              <a:defRPr sz="1275" b="0">
                <a:solidFill>
                  <a:srgbClr val="443B18"/>
                </a:solidFill>
              </a:defRPr>
            </a:lvl8pPr>
            <a:lvl9pPr>
              <a:defRPr sz="1275" b="0">
                <a:solidFill>
                  <a:srgbClr val="443B1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43B18"/>
                </a:solidFill>
              </a:defRPr>
            </a:pPr>
            <a:r>
              <a:rPr sz="1275" b="0">
                <a:solidFill>
                  <a:srgbClr val="443B18"/>
                </a:solidFill>
              </a:rPr>
              <a:t>A system that works across backgrounds.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746E52-5BBB-44CC-9057-1299F26B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00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B6B67"/>
                </a:solidFill>
              </a:defRPr>
            </a:defPPr>
            <a:lvl1pPr>
              <a:defRPr sz="825" b="1">
                <a:solidFill>
                  <a:srgbClr val="6B6B67"/>
                </a:solidFill>
              </a:defRPr>
            </a:lvl1pPr>
            <a:lvl2pPr>
              <a:defRPr sz="825" b="1">
                <a:solidFill>
                  <a:srgbClr val="6B6B67"/>
                </a:solidFill>
              </a:defRPr>
            </a:lvl2pPr>
            <a:lvl3pPr>
              <a:defRPr sz="825" b="1">
                <a:solidFill>
                  <a:srgbClr val="6B6B67"/>
                </a:solidFill>
              </a:defRPr>
            </a:lvl3pPr>
            <a:lvl4pPr>
              <a:defRPr sz="825" b="1">
                <a:solidFill>
                  <a:srgbClr val="6B6B67"/>
                </a:solidFill>
              </a:defRPr>
            </a:lvl4pPr>
            <a:lvl5pPr>
              <a:defRPr sz="825" b="1">
                <a:solidFill>
                  <a:srgbClr val="6B6B67"/>
                </a:solidFill>
              </a:defRPr>
            </a:lvl5pPr>
            <a:lvl6pPr>
              <a:defRPr sz="825" b="1">
                <a:solidFill>
                  <a:srgbClr val="6B6B67"/>
                </a:solidFill>
              </a:defRPr>
            </a:lvl6pPr>
            <a:lvl7pPr>
              <a:defRPr sz="825" b="1">
                <a:solidFill>
                  <a:srgbClr val="6B6B67"/>
                </a:solidFill>
              </a:defRPr>
            </a:lvl7pPr>
            <a:lvl8pPr>
              <a:defRPr sz="825" b="1">
                <a:solidFill>
                  <a:srgbClr val="6B6B67"/>
                </a:solidFill>
              </a:defRPr>
            </a:lvl8pPr>
            <a:lvl9pPr>
              <a:defRPr sz="825" b="1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B6B67"/>
                </a:solidFill>
              </a:defRPr>
            </a:pPr>
            <a:r>
              <a:rPr sz="825" b="1">
                <a:solidFill>
                  <a:srgbClr val="6B6B67"/>
                </a:solidFill>
              </a:rPr>
              <a:t>02 / 17</a:t>
            </a:r>
          </a:p>
        </p:txBody>
      </p:sp>
    </p:spTree>
    <p:extLst>
      <p:ext uri="{BB962C8B-B14F-4D97-AF65-F5344CB8AC3E}">
        <p14:creationId xmlns:p14="http://schemas.microsoft.com/office/powerpoint/2010/main" val="10273989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F9CDB-2D55-4C08-8C6A-7FD5CE1F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1111"/>
                </a:solidFill>
              </a:defRPr>
            </a:defPPr>
            <a:lvl1pPr>
              <a:defRPr sz="2550" b="1">
                <a:solidFill>
                  <a:srgbClr val="111111"/>
                </a:solidFill>
              </a:defRPr>
            </a:lvl1pPr>
            <a:lvl2pPr>
              <a:defRPr sz="2550" b="1">
                <a:solidFill>
                  <a:srgbClr val="111111"/>
                </a:solidFill>
              </a:defRPr>
            </a:lvl2pPr>
            <a:lvl3pPr>
              <a:defRPr sz="2550" b="1">
                <a:solidFill>
                  <a:srgbClr val="111111"/>
                </a:solidFill>
              </a:defRPr>
            </a:lvl3pPr>
            <a:lvl4pPr>
              <a:defRPr sz="2550" b="1">
                <a:solidFill>
                  <a:srgbClr val="111111"/>
                </a:solidFill>
              </a:defRPr>
            </a:lvl4pPr>
            <a:lvl5pPr>
              <a:defRPr sz="2550" b="1">
                <a:solidFill>
                  <a:srgbClr val="111111"/>
                </a:solidFill>
              </a:defRPr>
            </a:lvl5pPr>
            <a:lvl6pPr>
              <a:defRPr sz="2550" b="1">
                <a:solidFill>
                  <a:srgbClr val="111111"/>
                </a:solidFill>
              </a:defRPr>
            </a:lvl6pPr>
            <a:lvl7pPr>
              <a:defRPr sz="2550" b="1">
                <a:solidFill>
                  <a:srgbClr val="111111"/>
                </a:solidFill>
              </a:defRPr>
            </a:lvl7pPr>
            <a:lvl8pPr>
              <a:defRPr sz="2550" b="1">
                <a:solidFill>
                  <a:srgbClr val="111111"/>
                </a:solidFill>
              </a:defRPr>
            </a:lvl8pPr>
            <a:lvl9pPr>
              <a:defRPr sz="25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The design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2FE3E-8FB2-4FB7-9D53-A0BC58F1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B6B67"/>
                </a:solidFill>
              </a:defRPr>
            </a:defPPr>
            <a:lvl1pPr>
              <a:defRPr sz="1500" b="0">
                <a:solidFill>
                  <a:srgbClr val="6B6B67"/>
                </a:solidFill>
              </a:defRPr>
            </a:lvl1pPr>
            <a:lvl2pPr>
              <a:defRPr sz="1500" b="0">
                <a:solidFill>
                  <a:srgbClr val="6B6B67"/>
                </a:solidFill>
              </a:defRPr>
            </a:lvl2pPr>
            <a:lvl3pPr>
              <a:defRPr sz="1500" b="0">
                <a:solidFill>
                  <a:srgbClr val="6B6B67"/>
                </a:solidFill>
              </a:defRPr>
            </a:lvl3pPr>
            <a:lvl4pPr>
              <a:defRPr sz="1500" b="0">
                <a:solidFill>
                  <a:srgbClr val="6B6B67"/>
                </a:solidFill>
              </a:defRPr>
            </a:lvl4pPr>
            <a:lvl5pPr>
              <a:defRPr sz="1500" b="0">
                <a:solidFill>
                  <a:srgbClr val="6B6B67"/>
                </a:solidFill>
              </a:defRPr>
            </a:lvl5pPr>
            <a:lvl6pPr>
              <a:defRPr sz="1500" b="0">
                <a:solidFill>
                  <a:srgbClr val="6B6B67"/>
                </a:solidFill>
              </a:defRPr>
            </a:lvl6pPr>
            <a:lvl7pPr>
              <a:defRPr sz="1500" b="0">
                <a:solidFill>
                  <a:srgbClr val="6B6B67"/>
                </a:solidFill>
              </a:defRPr>
            </a:lvl7pPr>
            <a:lvl8pPr>
              <a:defRPr sz="1500" b="0">
                <a:solidFill>
                  <a:srgbClr val="6B6B67"/>
                </a:solidFill>
              </a:defRPr>
            </a:lvl8pPr>
            <a:lvl9pPr>
              <a:defRPr sz="1500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B6B67"/>
                </a:solidFill>
              </a:defRPr>
            </a:pPr>
            <a:r>
              <a:rPr sz="1500" b="0">
                <a:solidFill>
                  <a:srgbClr val="6B6B67"/>
                </a:solidFill>
              </a:rPr>
              <a:t>A faith community needs energy, warmth and trust in the same visual voice.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2F1F9-0C24-4B84-BB98-A8609629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381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C90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BC316-C8F8-4B49-B996-75FFFCD0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431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11111"/>
                </a:solidFill>
              </a:defRPr>
            </a:defPPr>
            <a:lvl1pPr>
              <a:defRPr sz="1800" b="1">
                <a:solidFill>
                  <a:srgbClr val="111111"/>
                </a:solidFill>
              </a:defRPr>
            </a:lvl1pPr>
            <a:lvl2pPr>
              <a:defRPr sz="1800" b="1">
                <a:solidFill>
                  <a:srgbClr val="111111"/>
                </a:solidFill>
              </a:defRPr>
            </a:lvl2pPr>
            <a:lvl3pPr>
              <a:defRPr sz="1800" b="1">
                <a:solidFill>
                  <a:srgbClr val="111111"/>
                </a:solidFill>
              </a:defRPr>
            </a:lvl3pPr>
            <a:lvl4pPr>
              <a:defRPr sz="1800" b="1">
                <a:solidFill>
                  <a:srgbClr val="111111"/>
                </a:solidFill>
              </a:defRPr>
            </a:lvl4pPr>
            <a:lvl5pPr>
              <a:defRPr sz="1800" b="1">
                <a:solidFill>
                  <a:srgbClr val="111111"/>
                </a:solidFill>
              </a:defRPr>
            </a:lvl5pPr>
            <a:lvl6pPr>
              <a:defRPr sz="1800" b="1">
                <a:solidFill>
                  <a:srgbClr val="111111"/>
                </a:solidFill>
              </a:defRPr>
            </a:lvl6pPr>
            <a:lvl7pPr>
              <a:defRPr sz="1800" b="1">
                <a:solidFill>
                  <a:srgbClr val="111111"/>
                </a:solidFill>
              </a:defRPr>
            </a:lvl7pPr>
            <a:lvl8pPr>
              <a:defRPr sz="1800" b="1">
                <a:solidFill>
                  <a:srgbClr val="111111"/>
                </a:solidFill>
              </a:defRPr>
            </a:lvl8pPr>
            <a:lvl9pPr>
              <a:defRPr sz="180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Energy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9777A3-5FD3-4D03-81E3-9AB03AA8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B6B67"/>
                </a:solidFill>
              </a:defRPr>
            </a:defPPr>
            <a:lvl1pPr>
              <a:defRPr sz="1275" b="0">
                <a:solidFill>
                  <a:srgbClr val="6B6B67"/>
                </a:solidFill>
              </a:defRPr>
            </a:lvl1pPr>
            <a:lvl2pPr>
              <a:defRPr sz="1275" b="0">
                <a:solidFill>
                  <a:srgbClr val="6B6B67"/>
                </a:solidFill>
              </a:defRPr>
            </a:lvl2pPr>
            <a:lvl3pPr>
              <a:defRPr sz="1275" b="0">
                <a:solidFill>
                  <a:srgbClr val="6B6B67"/>
                </a:solidFill>
              </a:defRPr>
            </a:lvl3pPr>
            <a:lvl4pPr>
              <a:defRPr sz="1275" b="0">
                <a:solidFill>
                  <a:srgbClr val="6B6B67"/>
                </a:solidFill>
              </a:defRPr>
            </a:lvl4pPr>
            <a:lvl5pPr>
              <a:defRPr sz="1275" b="0">
                <a:solidFill>
                  <a:srgbClr val="6B6B67"/>
                </a:solidFill>
              </a:defRPr>
            </a:lvl5pPr>
            <a:lvl6pPr>
              <a:defRPr sz="1275" b="0">
                <a:solidFill>
                  <a:srgbClr val="6B6B67"/>
                </a:solidFill>
              </a:defRPr>
            </a:lvl6pPr>
            <a:lvl7pPr>
              <a:defRPr sz="1275" b="0">
                <a:solidFill>
                  <a:srgbClr val="6B6B67"/>
                </a:solidFill>
              </a:defRPr>
            </a:lvl7pPr>
            <a:lvl8pPr>
              <a:defRPr sz="1275" b="0">
                <a:solidFill>
                  <a:srgbClr val="6B6B67"/>
                </a:solidFill>
              </a:defRPr>
            </a:lvl8pPr>
            <a:lvl9pPr>
              <a:defRPr sz="1275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B6B67"/>
                </a:solidFill>
              </a:defRPr>
            </a:pPr>
            <a:r>
              <a:rPr sz="1275" b="0">
                <a:solidFill>
                  <a:srgbClr val="6B6B67"/>
                </a:solidFill>
              </a:rPr>
              <a:t>The symbol should communicate ignition and forward movement.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2C7CD-EACA-493E-8693-66E0A117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11111"/>
                </a:solidFill>
              </a:defRPr>
            </a:defPPr>
            <a:lvl1pPr>
              <a:defRPr sz="1800" b="1">
                <a:solidFill>
                  <a:srgbClr val="111111"/>
                </a:solidFill>
              </a:defRPr>
            </a:lvl1pPr>
            <a:lvl2pPr>
              <a:defRPr sz="1800" b="1">
                <a:solidFill>
                  <a:srgbClr val="111111"/>
                </a:solidFill>
              </a:defRPr>
            </a:lvl2pPr>
            <a:lvl3pPr>
              <a:defRPr sz="1800" b="1">
                <a:solidFill>
                  <a:srgbClr val="111111"/>
                </a:solidFill>
              </a:defRPr>
            </a:lvl3pPr>
            <a:lvl4pPr>
              <a:defRPr sz="1800" b="1">
                <a:solidFill>
                  <a:srgbClr val="111111"/>
                </a:solidFill>
              </a:defRPr>
            </a:lvl4pPr>
            <a:lvl5pPr>
              <a:defRPr sz="1800" b="1">
                <a:solidFill>
                  <a:srgbClr val="111111"/>
                </a:solidFill>
              </a:defRPr>
            </a:lvl5pPr>
            <a:lvl6pPr>
              <a:defRPr sz="1800" b="1">
                <a:solidFill>
                  <a:srgbClr val="111111"/>
                </a:solidFill>
              </a:defRPr>
            </a:lvl6pPr>
            <a:lvl7pPr>
              <a:defRPr sz="1800" b="1">
                <a:solidFill>
                  <a:srgbClr val="111111"/>
                </a:solidFill>
              </a:defRPr>
            </a:lvl7pPr>
            <a:lvl8pPr>
              <a:defRPr sz="1800" b="1">
                <a:solidFill>
                  <a:srgbClr val="111111"/>
                </a:solidFill>
              </a:defRPr>
            </a:lvl8pPr>
            <a:lvl9pPr>
              <a:defRPr sz="180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Welcome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D70A03-01D6-4D09-BA5D-345B23B8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B6B67"/>
                </a:solidFill>
              </a:defRPr>
            </a:defPPr>
            <a:lvl1pPr>
              <a:defRPr sz="1275" b="0">
                <a:solidFill>
                  <a:srgbClr val="6B6B67"/>
                </a:solidFill>
              </a:defRPr>
            </a:lvl1pPr>
            <a:lvl2pPr>
              <a:defRPr sz="1275" b="0">
                <a:solidFill>
                  <a:srgbClr val="6B6B67"/>
                </a:solidFill>
              </a:defRPr>
            </a:lvl2pPr>
            <a:lvl3pPr>
              <a:defRPr sz="1275" b="0">
                <a:solidFill>
                  <a:srgbClr val="6B6B67"/>
                </a:solidFill>
              </a:defRPr>
            </a:lvl3pPr>
            <a:lvl4pPr>
              <a:defRPr sz="1275" b="0">
                <a:solidFill>
                  <a:srgbClr val="6B6B67"/>
                </a:solidFill>
              </a:defRPr>
            </a:lvl4pPr>
            <a:lvl5pPr>
              <a:defRPr sz="1275" b="0">
                <a:solidFill>
                  <a:srgbClr val="6B6B67"/>
                </a:solidFill>
              </a:defRPr>
            </a:lvl5pPr>
            <a:lvl6pPr>
              <a:defRPr sz="1275" b="0">
                <a:solidFill>
                  <a:srgbClr val="6B6B67"/>
                </a:solidFill>
              </a:defRPr>
            </a:lvl6pPr>
            <a:lvl7pPr>
              <a:defRPr sz="1275" b="0">
                <a:solidFill>
                  <a:srgbClr val="6B6B67"/>
                </a:solidFill>
              </a:defRPr>
            </a:lvl7pPr>
            <a:lvl8pPr>
              <a:defRPr sz="1275" b="0">
                <a:solidFill>
                  <a:srgbClr val="6B6B67"/>
                </a:solidFill>
              </a:defRPr>
            </a:lvl8pPr>
            <a:lvl9pPr>
              <a:defRPr sz="1275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B6B67"/>
                </a:solidFill>
              </a:defRPr>
            </a:pPr>
            <a:r>
              <a:rPr sz="1275" b="0">
                <a:solidFill>
                  <a:srgbClr val="6B6B67"/>
                </a:solidFill>
              </a:rPr>
              <a:t>The identity should feel open to people encountering the group for the first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D5C96-F76D-44D9-8BB3-1A4B41AA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11111"/>
                </a:solidFill>
              </a:defRPr>
            </a:defPPr>
            <a:lvl1pPr>
              <a:defRPr sz="1800" b="1">
                <a:solidFill>
                  <a:srgbClr val="111111"/>
                </a:solidFill>
              </a:defRPr>
            </a:lvl1pPr>
            <a:lvl2pPr>
              <a:defRPr sz="1800" b="1">
                <a:solidFill>
                  <a:srgbClr val="111111"/>
                </a:solidFill>
              </a:defRPr>
            </a:lvl2pPr>
            <a:lvl3pPr>
              <a:defRPr sz="1800" b="1">
                <a:solidFill>
                  <a:srgbClr val="111111"/>
                </a:solidFill>
              </a:defRPr>
            </a:lvl3pPr>
            <a:lvl4pPr>
              <a:defRPr sz="1800" b="1">
                <a:solidFill>
                  <a:srgbClr val="111111"/>
                </a:solidFill>
              </a:defRPr>
            </a:lvl4pPr>
            <a:lvl5pPr>
              <a:defRPr sz="1800" b="1">
                <a:solidFill>
                  <a:srgbClr val="111111"/>
                </a:solidFill>
              </a:defRPr>
            </a:lvl5pPr>
            <a:lvl6pPr>
              <a:defRPr sz="1800" b="1">
                <a:solidFill>
                  <a:srgbClr val="111111"/>
                </a:solidFill>
              </a:defRPr>
            </a:lvl6pPr>
            <a:lvl7pPr>
              <a:defRPr sz="1800" b="1">
                <a:solidFill>
                  <a:srgbClr val="111111"/>
                </a:solidFill>
              </a:defRPr>
            </a:lvl7pPr>
            <a:lvl8pPr>
              <a:defRPr sz="1800" b="1">
                <a:solidFill>
                  <a:srgbClr val="111111"/>
                </a:solidFill>
              </a:defRPr>
            </a:lvl8pPr>
            <a:lvl9pPr>
              <a:defRPr sz="180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Trust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8CCBD-3D57-4B86-BD2B-E3321AF1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B6B67"/>
                </a:solidFill>
              </a:defRPr>
            </a:defPPr>
            <a:lvl1pPr>
              <a:defRPr sz="1275" b="0">
                <a:solidFill>
                  <a:srgbClr val="6B6B67"/>
                </a:solidFill>
              </a:defRPr>
            </a:lvl1pPr>
            <a:lvl2pPr>
              <a:defRPr sz="1275" b="0">
                <a:solidFill>
                  <a:srgbClr val="6B6B67"/>
                </a:solidFill>
              </a:defRPr>
            </a:lvl2pPr>
            <a:lvl3pPr>
              <a:defRPr sz="1275" b="0">
                <a:solidFill>
                  <a:srgbClr val="6B6B67"/>
                </a:solidFill>
              </a:defRPr>
            </a:lvl3pPr>
            <a:lvl4pPr>
              <a:defRPr sz="1275" b="0">
                <a:solidFill>
                  <a:srgbClr val="6B6B67"/>
                </a:solidFill>
              </a:defRPr>
            </a:lvl4pPr>
            <a:lvl5pPr>
              <a:defRPr sz="1275" b="0">
                <a:solidFill>
                  <a:srgbClr val="6B6B67"/>
                </a:solidFill>
              </a:defRPr>
            </a:lvl5pPr>
            <a:lvl6pPr>
              <a:defRPr sz="1275" b="0">
                <a:solidFill>
                  <a:srgbClr val="6B6B67"/>
                </a:solidFill>
              </a:defRPr>
            </a:lvl6pPr>
            <a:lvl7pPr>
              <a:defRPr sz="1275" b="0">
                <a:solidFill>
                  <a:srgbClr val="6B6B67"/>
                </a:solidFill>
              </a:defRPr>
            </a:lvl7pPr>
            <a:lvl8pPr>
              <a:defRPr sz="1275" b="0">
                <a:solidFill>
                  <a:srgbClr val="6B6B67"/>
                </a:solidFill>
              </a:defRPr>
            </a:lvl8pPr>
            <a:lvl9pPr>
              <a:defRPr sz="1275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B6B67"/>
                </a:solidFill>
              </a:defRPr>
            </a:pPr>
            <a:r>
              <a:rPr sz="1275" b="0">
                <a:solidFill>
                  <a:srgbClr val="6B6B67"/>
                </a:solidFill>
              </a:rPr>
              <a:t>The visual language should remain calm, respectful and credible.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ECD5A-207E-4C7D-87A2-E6E21642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11111"/>
                </a:solidFill>
              </a:defRPr>
            </a:defPPr>
            <a:lvl1pPr>
              <a:defRPr sz="1800" b="1">
                <a:solidFill>
                  <a:srgbClr val="111111"/>
                </a:solidFill>
              </a:defRPr>
            </a:lvl1pPr>
            <a:lvl2pPr>
              <a:defRPr sz="1800" b="1">
                <a:solidFill>
                  <a:srgbClr val="111111"/>
                </a:solidFill>
              </a:defRPr>
            </a:lvl2pPr>
            <a:lvl3pPr>
              <a:defRPr sz="1800" b="1">
                <a:solidFill>
                  <a:srgbClr val="111111"/>
                </a:solidFill>
              </a:defRPr>
            </a:lvl3pPr>
            <a:lvl4pPr>
              <a:defRPr sz="1800" b="1">
                <a:solidFill>
                  <a:srgbClr val="111111"/>
                </a:solidFill>
              </a:defRPr>
            </a:lvl4pPr>
            <a:lvl5pPr>
              <a:defRPr sz="1800" b="1">
                <a:solidFill>
                  <a:srgbClr val="111111"/>
                </a:solidFill>
              </a:defRPr>
            </a:lvl5pPr>
            <a:lvl6pPr>
              <a:defRPr sz="1800" b="1">
                <a:solidFill>
                  <a:srgbClr val="111111"/>
                </a:solidFill>
              </a:defRPr>
            </a:lvl6pPr>
            <a:lvl7pPr>
              <a:defRPr sz="1800" b="1">
                <a:solidFill>
                  <a:srgbClr val="111111"/>
                </a:solidFill>
              </a:defRPr>
            </a:lvl7pPr>
            <a:lvl8pPr>
              <a:defRPr sz="1800" b="1">
                <a:solidFill>
                  <a:srgbClr val="111111"/>
                </a:solidFill>
              </a:defRPr>
            </a:lvl8pPr>
            <a:lvl9pPr>
              <a:defRPr sz="180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Use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6119F-2FB9-4ABD-86EC-B34A9DBB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387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B6B67"/>
                </a:solidFill>
              </a:defRPr>
            </a:defPPr>
            <a:lvl1pPr>
              <a:defRPr sz="1275" b="0">
                <a:solidFill>
                  <a:srgbClr val="6B6B67"/>
                </a:solidFill>
              </a:defRPr>
            </a:lvl1pPr>
            <a:lvl2pPr>
              <a:defRPr sz="1275" b="0">
                <a:solidFill>
                  <a:srgbClr val="6B6B67"/>
                </a:solidFill>
              </a:defRPr>
            </a:lvl2pPr>
            <a:lvl3pPr>
              <a:defRPr sz="1275" b="0">
                <a:solidFill>
                  <a:srgbClr val="6B6B67"/>
                </a:solidFill>
              </a:defRPr>
            </a:lvl3pPr>
            <a:lvl4pPr>
              <a:defRPr sz="1275" b="0">
                <a:solidFill>
                  <a:srgbClr val="6B6B67"/>
                </a:solidFill>
              </a:defRPr>
            </a:lvl4pPr>
            <a:lvl5pPr>
              <a:defRPr sz="1275" b="0">
                <a:solidFill>
                  <a:srgbClr val="6B6B67"/>
                </a:solidFill>
              </a:defRPr>
            </a:lvl5pPr>
            <a:lvl6pPr>
              <a:defRPr sz="1275" b="0">
                <a:solidFill>
                  <a:srgbClr val="6B6B67"/>
                </a:solidFill>
              </a:defRPr>
            </a:lvl6pPr>
            <a:lvl7pPr>
              <a:defRPr sz="1275" b="0">
                <a:solidFill>
                  <a:srgbClr val="6B6B67"/>
                </a:solidFill>
              </a:defRPr>
            </a:lvl7pPr>
            <a:lvl8pPr>
              <a:defRPr sz="1275" b="0">
                <a:solidFill>
                  <a:srgbClr val="6B6B67"/>
                </a:solidFill>
              </a:defRPr>
            </a:lvl8pPr>
            <a:lvl9pPr>
              <a:defRPr sz="1275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B6B67"/>
                </a:solidFill>
              </a:defRPr>
            </a:pPr>
            <a:r>
              <a:rPr sz="1275" b="0">
                <a:solidFill>
                  <a:srgbClr val="6B6B67"/>
                </a:solidFill>
              </a:rPr>
              <a:t>Every format should work from signage down to a favicon.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A7414D-737C-4758-8D8E-E1A1751312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ab82b173c400d"/>
          <a:stretch xmlns:a="http://schemas.openxmlformats.org/drawingml/2006/main"/>
        </p:blipFill>
        <p:spPr>
          <a:xfrm xmlns:a="http://schemas.openxmlformats.org/drawingml/2006/main">
            <a:off x="6191250" y="2170881"/>
            <a:ext cx="4667250" cy="2297162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01A39-D291-47AF-8AF0-DA11C420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86300"/>
            <a:ext cx="371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11111"/>
                </a:solidFill>
              </a:defRPr>
            </a:defPPr>
            <a:lvl1pPr>
              <a:defRPr sz="1800" b="1">
                <a:solidFill>
                  <a:srgbClr val="111111"/>
                </a:solidFill>
              </a:defRPr>
            </a:lvl1pPr>
            <a:lvl2pPr>
              <a:defRPr sz="1800" b="1">
                <a:solidFill>
                  <a:srgbClr val="111111"/>
                </a:solidFill>
              </a:defRPr>
            </a:lvl2pPr>
            <a:lvl3pPr>
              <a:defRPr sz="1800" b="1">
                <a:solidFill>
                  <a:srgbClr val="111111"/>
                </a:solidFill>
              </a:defRPr>
            </a:lvl3pPr>
            <a:lvl4pPr>
              <a:defRPr sz="1800" b="1">
                <a:solidFill>
                  <a:srgbClr val="111111"/>
                </a:solidFill>
              </a:defRPr>
            </a:lvl4pPr>
            <a:lvl5pPr>
              <a:defRPr sz="1800" b="1">
                <a:solidFill>
                  <a:srgbClr val="111111"/>
                </a:solidFill>
              </a:defRPr>
            </a:lvl5pPr>
            <a:lvl6pPr>
              <a:defRPr sz="1800" b="1">
                <a:solidFill>
                  <a:srgbClr val="111111"/>
                </a:solidFill>
              </a:defRPr>
            </a:lvl6pPr>
            <a:lvl7pPr>
              <a:defRPr sz="1800" b="1">
                <a:solidFill>
                  <a:srgbClr val="111111"/>
                </a:solidFill>
              </a:defRPr>
            </a:lvl7pPr>
            <a:lvl8pPr>
              <a:defRPr sz="1800" b="1">
                <a:solidFill>
                  <a:srgbClr val="111111"/>
                </a:solidFill>
              </a:defRPr>
            </a:lvl8pPr>
            <a:lvl9pPr>
              <a:defRPr sz="180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The name carries the invitation.</a:t>
            </a:r>
          </a:p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The symbol carries the spark.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76953-0A9F-4CC4-AE41-004DCF4B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00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B6B67"/>
                </a:solidFill>
              </a:defRPr>
            </a:defPPr>
            <a:lvl1pPr>
              <a:defRPr sz="825" b="1">
                <a:solidFill>
                  <a:srgbClr val="6B6B67"/>
                </a:solidFill>
              </a:defRPr>
            </a:lvl1pPr>
            <a:lvl2pPr>
              <a:defRPr sz="825" b="1">
                <a:solidFill>
                  <a:srgbClr val="6B6B67"/>
                </a:solidFill>
              </a:defRPr>
            </a:lvl2pPr>
            <a:lvl3pPr>
              <a:defRPr sz="825" b="1">
                <a:solidFill>
                  <a:srgbClr val="6B6B67"/>
                </a:solidFill>
              </a:defRPr>
            </a:lvl3pPr>
            <a:lvl4pPr>
              <a:defRPr sz="825" b="1">
                <a:solidFill>
                  <a:srgbClr val="6B6B67"/>
                </a:solidFill>
              </a:defRPr>
            </a:lvl4pPr>
            <a:lvl5pPr>
              <a:defRPr sz="825" b="1">
                <a:solidFill>
                  <a:srgbClr val="6B6B67"/>
                </a:solidFill>
              </a:defRPr>
            </a:lvl5pPr>
            <a:lvl6pPr>
              <a:defRPr sz="825" b="1">
                <a:solidFill>
                  <a:srgbClr val="6B6B67"/>
                </a:solidFill>
              </a:defRPr>
            </a:lvl6pPr>
            <a:lvl7pPr>
              <a:defRPr sz="825" b="1">
                <a:solidFill>
                  <a:srgbClr val="6B6B67"/>
                </a:solidFill>
              </a:defRPr>
            </a:lvl7pPr>
            <a:lvl8pPr>
              <a:defRPr sz="825" b="1">
                <a:solidFill>
                  <a:srgbClr val="6B6B67"/>
                </a:solidFill>
              </a:defRPr>
            </a:lvl8pPr>
            <a:lvl9pPr>
              <a:defRPr sz="825" b="1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B6B67"/>
                </a:solidFill>
              </a:defRPr>
            </a:pPr>
            <a:r>
              <a:rPr sz="825" b="1">
                <a:solidFill>
                  <a:srgbClr val="6B6B67"/>
                </a:solidFill>
              </a:rPr>
              <a:t>03 / 17</a:t>
            </a:r>
          </a:p>
        </p:txBody>
      </p:sp>
    </p:spTree>
    <p:extLst>
      <p:ext uri="{BB962C8B-B14F-4D97-AF65-F5344CB8AC3E}">
        <p14:creationId xmlns:p14="http://schemas.microsoft.com/office/powerpoint/2010/main" val="9710850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EDB4C7-AA2D-46C7-93A9-00621A4C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1111"/>
                </a:solidFill>
              </a:defRPr>
            </a:defPPr>
            <a:lvl1pPr>
              <a:defRPr sz="2550" b="1">
                <a:solidFill>
                  <a:srgbClr val="111111"/>
                </a:solidFill>
              </a:defRPr>
            </a:lvl1pPr>
            <a:lvl2pPr>
              <a:defRPr sz="2550" b="1">
                <a:solidFill>
                  <a:srgbClr val="111111"/>
                </a:solidFill>
              </a:defRPr>
            </a:lvl2pPr>
            <a:lvl3pPr>
              <a:defRPr sz="2550" b="1">
                <a:solidFill>
                  <a:srgbClr val="111111"/>
                </a:solidFill>
              </a:defRPr>
            </a:lvl3pPr>
            <a:lvl4pPr>
              <a:defRPr sz="2550" b="1">
                <a:solidFill>
                  <a:srgbClr val="111111"/>
                </a:solidFill>
              </a:defRPr>
            </a:lvl4pPr>
            <a:lvl5pPr>
              <a:defRPr sz="2550" b="1">
                <a:solidFill>
                  <a:srgbClr val="111111"/>
                </a:solidFill>
              </a:defRPr>
            </a:lvl5pPr>
            <a:lvl6pPr>
              <a:defRPr sz="2550" b="1">
                <a:solidFill>
                  <a:srgbClr val="111111"/>
                </a:solidFill>
              </a:defRPr>
            </a:lvl6pPr>
            <a:lvl7pPr>
              <a:defRPr sz="2550" b="1">
                <a:solidFill>
                  <a:srgbClr val="111111"/>
                </a:solidFill>
              </a:defRPr>
            </a:lvl7pPr>
            <a:lvl8pPr>
              <a:defRPr sz="2550" b="1">
                <a:solidFill>
                  <a:srgbClr val="111111"/>
                </a:solidFill>
              </a:defRPr>
            </a:lvl8pPr>
            <a:lvl9pPr>
              <a:defRPr sz="25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Three choices give the symbol meaning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37AD6-0E4F-46F5-8EB0-254056F0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B6B67"/>
                </a:solidFill>
              </a:defRPr>
            </a:defPPr>
            <a:lvl1pPr>
              <a:defRPr sz="1500" b="0">
                <a:solidFill>
                  <a:srgbClr val="6B6B67"/>
                </a:solidFill>
              </a:defRPr>
            </a:lvl1pPr>
            <a:lvl2pPr>
              <a:defRPr sz="1500" b="0">
                <a:solidFill>
                  <a:srgbClr val="6B6B67"/>
                </a:solidFill>
              </a:defRPr>
            </a:lvl2pPr>
            <a:lvl3pPr>
              <a:defRPr sz="1500" b="0">
                <a:solidFill>
                  <a:srgbClr val="6B6B67"/>
                </a:solidFill>
              </a:defRPr>
            </a:lvl3pPr>
            <a:lvl4pPr>
              <a:defRPr sz="1500" b="0">
                <a:solidFill>
                  <a:srgbClr val="6B6B67"/>
                </a:solidFill>
              </a:defRPr>
            </a:lvl4pPr>
            <a:lvl5pPr>
              <a:defRPr sz="1500" b="0">
                <a:solidFill>
                  <a:srgbClr val="6B6B67"/>
                </a:solidFill>
              </a:defRPr>
            </a:lvl5pPr>
            <a:lvl6pPr>
              <a:defRPr sz="1500" b="0">
                <a:solidFill>
                  <a:srgbClr val="6B6B67"/>
                </a:solidFill>
              </a:defRPr>
            </a:lvl6pPr>
            <a:lvl7pPr>
              <a:defRPr sz="1500" b="0">
                <a:solidFill>
                  <a:srgbClr val="6B6B67"/>
                </a:solidFill>
              </a:defRPr>
            </a:lvl7pPr>
            <a:lvl8pPr>
              <a:defRPr sz="1500" b="0">
                <a:solidFill>
                  <a:srgbClr val="6B6B67"/>
                </a:solidFill>
              </a:defRPr>
            </a:lvl8pPr>
            <a:lvl9pPr>
              <a:defRPr sz="1500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B6B67"/>
                </a:solidFill>
              </a:defRPr>
            </a:pPr>
            <a:r>
              <a:rPr sz="1500" b="0">
                <a:solidFill>
                  <a:srgbClr val="6B6B67"/>
                </a:solidFill>
              </a:rPr>
              <a:t>The mark shows the moment ignition begins.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6C44E-3555-4A18-A78F-C266653C0F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5cc51423f4280"/>
          <a:stretch xmlns:a="http://schemas.openxmlformats.org/drawingml/2006/main"/>
        </p:blipFill>
        <p:spPr>
          <a:xfrm xmlns:a="http://schemas.openxmlformats.org/drawingml/2006/main">
            <a:off x="1526977" y="1714500"/>
            <a:ext cx="1918097" cy="428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80ADF-DACD-4F1C-98CD-373F176B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621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15DF2"/>
                </a:solidFill>
              </a:defRPr>
            </a:defPPr>
            <a:lvl1pPr>
              <a:defRPr sz="1050" b="1">
                <a:solidFill>
                  <a:srgbClr val="315DF2"/>
                </a:solidFill>
              </a:defRPr>
            </a:lvl1pPr>
            <a:lvl2pPr>
              <a:defRPr sz="1050" b="1">
                <a:solidFill>
                  <a:srgbClr val="315DF2"/>
                </a:solidFill>
              </a:defRPr>
            </a:lvl2pPr>
            <a:lvl3pPr>
              <a:defRPr sz="1050" b="1">
                <a:solidFill>
                  <a:srgbClr val="315DF2"/>
                </a:solidFill>
              </a:defRPr>
            </a:lvl3pPr>
            <a:lvl4pPr>
              <a:defRPr sz="1050" b="1">
                <a:solidFill>
                  <a:srgbClr val="315DF2"/>
                </a:solidFill>
              </a:defRPr>
            </a:lvl4pPr>
            <a:lvl5pPr>
              <a:defRPr sz="1050" b="1">
                <a:solidFill>
                  <a:srgbClr val="315DF2"/>
                </a:solidFill>
              </a:defRPr>
            </a:lvl5pPr>
            <a:lvl6pPr>
              <a:defRPr sz="1050" b="1">
                <a:solidFill>
                  <a:srgbClr val="315DF2"/>
                </a:solidFill>
              </a:defRPr>
            </a:lvl6pPr>
            <a:lvl7pPr>
              <a:defRPr sz="1050" b="1">
                <a:solidFill>
                  <a:srgbClr val="315DF2"/>
                </a:solidFill>
              </a:defRPr>
            </a:lvl7pPr>
            <a:lvl8pPr>
              <a:defRPr sz="1050" b="1">
                <a:solidFill>
                  <a:srgbClr val="315DF2"/>
                </a:solidFill>
              </a:defRPr>
            </a:lvl8pPr>
            <a:lvl9pPr>
              <a:defRPr sz="1050" b="1">
                <a:solidFill>
                  <a:srgbClr val="315DF2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15DF2"/>
                </a:solidFill>
              </a:defRPr>
            </a:pPr>
            <a:r>
              <a:rPr sz="1050" b="1">
                <a:solidFill>
                  <a:srgbClr val="315DF2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2BBB6-BE01-40E5-8936-1C5704AB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145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11111"/>
                </a:solidFill>
              </a:defRPr>
            </a:defPPr>
            <a:lvl1pPr>
              <a:defRPr sz="1875" b="1">
                <a:solidFill>
                  <a:srgbClr val="111111"/>
                </a:solidFill>
              </a:defRPr>
            </a:lvl1pPr>
            <a:lvl2pPr>
              <a:defRPr sz="1875" b="1">
                <a:solidFill>
                  <a:srgbClr val="111111"/>
                </a:solidFill>
              </a:defRPr>
            </a:lvl2pPr>
            <a:lvl3pPr>
              <a:defRPr sz="1875" b="1">
                <a:solidFill>
                  <a:srgbClr val="111111"/>
                </a:solidFill>
              </a:defRPr>
            </a:lvl3pPr>
            <a:lvl4pPr>
              <a:defRPr sz="1875" b="1">
                <a:solidFill>
                  <a:srgbClr val="111111"/>
                </a:solidFill>
              </a:defRPr>
            </a:lvl4pPr>
            <a:lvl5pPr>
              <a:defRPr sz="1875" b="1">
                <a:solidFill>
                  <a:srgbClr val="111111"/>
                </a:solidFill>
              </a:defRPr>
            </a:lvl5pPr>
            <a:lvl6pPr>
              <a:defRPr sz="1875" b="1">
                <a:solidFill>
                  <a:srgbClr val="111111"/>
                </a:solidFill>
              </a:defRPr>
            </a:lvl6pPr>
            <a:lvl7pPr>
              <a:defRPr sz="1875" b="1">
                <a:solidFill>
                  <a:srgbClr val="111111"/>
                </a:solidFill>
              </a:defRPr>
            </a:lvl7pPr>
            <a:lvl8pPr>
              <a:defRPr sz="1875" b="1">
                <a:solidFill>
                  <a:srgbClr val="111111"/>
                </a:solidFill>
              </a:defRPr>
            </a:lvl8pPr>
            <a:lvl9pPr>
              <a:defRPr sz="187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Recognized at a glance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58CB7-3F04-4B1E-B244-C70AED20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431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B6B67"/>
                </a:solidFill>
              </a:defRPr>
            </a:defPPr>
            <a:lvl1pPr>
              <a:defRPr sz="1350" b="0">
                <a:solidFill>
                  <a:srgbClr val="6B6B67"/>
                </a:solidFill>
              </a:defRPr>
            </a:lvl1pPr>
            <a:lvl2pPr>
              <a:defRPr sz="1350" b="0">
                <a:solidFill>
                  <a:srgbClr val="6B6B67"/>
                </a:solidFill>
              </a:defRPr>
            </a:lvl2pPr>
            <a:lvl3pPr>
              <a:defRPr sz="1350" b="0">
                <a:solidFill>
                  <a:srgbClr val="6B6B67"/>
                </a:solidFill>
              </a:defRPr>
            </a:lvl3pPr>
            <a:lvl4pPr>
              <a:defRPr sz="1350" b="0">
                <a:solidFill>
                  <a:srgbClr val="6B6B67"/>
                </a:solidFill>
              </a:defRPr>
            </a:lvl4pPr>
            <a:lvl5pPr>
              <a:defRPr sz="1350" b="0">
                <a:solidFill>
                  <a:srgbClr val="6B6B67"/>
                </a:solidFill>
              </a:defRPr>
            </a:lvl5pPr>
            <a:lvl6pPr>
              <a:defRPr sz="1350" b="0">
                <a:solidFill>
                  <a:srgbClr val="6B6B67"/>
                </a:solidFill>
              </a:defRPr>
            </a:lvl6pPr>
            <a:lvl7pPr>
              <a:defRPr sz="1350" b="0">
                <a:solidFill>
                  <a:srgbClr val="6B6B67"/>
                </a:solidFill>
              </a:defRPr>
            </a:lvl7pPr>
            <a:lvl8pPr>
              <a:defRPr sz="1350" b="0">
                <a:solidFill>
                  <a:srgbClr val="6B6B67"/>
                </a:solidFill>
              </a:defRPr>
            </a:lvl8pPr>
            <a:lvl9pPr>
              <a:defRPr sz="1350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B6B67"/>
                </a:solidFill>
              </a:defRPr>
            </a:pPr>
            <a:r>
              <a:rPr sz="1350" b="0">
                <a:solidFill>
                  <a:srgbClr val="6B6B67"/>
                </a:solidFill>
              </a:rPr>
              <a:t>The outer silhouette reads as flame before color or detail enters the picture.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767E2-AF15-43EB-BCB1-A3008B1B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908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D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CBB62-2611-4401-B24D-5C1707C9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004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15DF2"/>
                </a:solidFill>
              </a:defRPr>
            </a:defPPr>
            <a:lvl1pPr>
              <a:defRPr sz="1050" b="1">
                <a:solidFill>
                  <a:srgbClr val="315DF2"/>
                </a:solidFill>
              </a:defRPr>
            </a:lvl1pPr>
            <a:lvl2pPr>
              <a:defRPr sz="1050" b="1">
                <a:solidFill>
                  <a:srgbClr val="315DF2"/>
                </a:solidFill>
              </a:defRPr>
            </a:lvl2pPr>
            <a:lvl3pPr>
              <a:defRPr sz="1050" b="1">
                <a:solidFill>
                  <a:srgbClr val="315DF2"/>
                </a:solidFill>
              </a:defRPr>
            </a:lvl3pPr>
            <a:lvl4pPr>
              <a:defRPr sz="1050" b="1">
                <a:solidFill>
                  <a:srgbClr val="315DF2"/>
                </a:solidFill>
              </a:defRPr>
            </a:lvl4pPr>
            <a:lvl5pPr>
              <a:defRPr sz="1050" b="1">
                <a:solidFill>
                  <a:srgbClr val="315DF2"/>
                </a:solidFill>
              </a:defRPr>
            </a:lvl5pPr>
            <a:lvl6pPr>
              <a:defRPr sz="1050" b="1">
                <a:solidFill>
                  <a:srgbClr val="315DF2"/>
                </a:solidFill>
              </a:defRPr>
            </a:lvl6pPr>
            <a:lvl7pPr>
              <a:defRPr sz="1050" b="1">
                <a:solidFill>
                  <a:srgbClr val="315DF2"/>
                </a:solidFill>
              </a:defRPr>
            </a:lvl7pPr>
            <a:lvl8pPr>
              <a:defRPr sz="1050" b="1">
                <a:solidFill>
                  <a:srgbClr val="315DF2"/>
                </a:solidFill>
              </a:defRPr>
            </a:lvl8pPr>
            <a:lvl9pPr>
              <a:defRPr sz="1050" b="1">
                <a:solidFill>
                  <a:srgbClr val="315DF2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15DF2"/>
                </a:solidFill>
              </a:defRPr>
            </a:pPr>
            <a:r>
              <a:rPr sz="1050" b="1">
                <a:solidFill>
                  <a:srgbClr val="315DF2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F3477-8616-4E70-A960-75AF3E00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5277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11111"/>
                </a:solidFill>
              </a:defRPr>
            </a:defPPr>
            <a:lvl1pPr>
              <a:defRPr sz="1875" b="1">
                <a:solidFill>
                  <a:srgbClr val="111111"/>
                </a:solidFill>
              </a:defRPr>
            </a:lvl1pPr>
            <a:lvl2pPr>
              <a:defRPr sz="1875" b="1">
                <a:solidFill>
                  <a:srgbClr val="111111"/>
                </a:solidFill>
              </a:defRPr>
            </a:lvl2pPr>
            <a:lvl3pPr>
              <a:defRPr sz="1875" b="1">
                <a:solidFill>
                  <a:srgbClr val="111111"/>
                </a:solidFill>
              </a:defRPr>
            </a:lvl3pPr>
            <a:lvl4pPr>
              <a:defRPr sz="1875" b="1">
                <a:solidFill>
                  <a:srgbClr val="111111"/>
                </a:solidFill>
              </a:defRPr>
            </a:lvl4pPr>
            <a:lvl5pPr>
              <a:defRPr sz="1875" b="1">
                <a:solidFill>
                  <a:srgbClr val="111111"/>
                </a:solidFill>
              </a:defRPr>
            </a:lvl5pPr>
            <a:lvl6pPr>
              <a:defRPr sz="1875" b="1">
                <a:solidFill>
                  <a:srgbClr val="111111"/>
                </a:solidFill>
              </a:defRPr>
            </a:lvl6pPr>
            <a:lvl7pPr>
              <a:defRPr sz="1875" b="1">
                <a:solidFill>
                  <a:srgbClr val="111111"/>
                </a:solidFill>
              </a:defRPr>
            </a:lvl7pPr>
            <a:lvl8pPr>
              <a:defRPr sz="1875" b="1">
                <a:solidFill>
                  <a:srgbClr val="111111"/>
                </a:solidFill>
              </a:defRPr>
            </a:lvl8pPr>
            <a:lvl9pPr>
              <a:defRPr sz="187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Ignition stays visible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9D4D1-39D2-494B-A595-681846C4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814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B6B67"/>
                </a:solidFill>
              </a:defRPr>
            </a:defPPr>
            <a:lvl1pPr>
              <a:defRPr sz="1350" b="0">
                <a:solidFill>
                  <a:srgbClr val="6B6B67"/>
                </a:solidFill>
              </a:defRPr>
            </a:lvl1pPr>
            <a:lvl2pPr>
              <a:defRPr sz="1350" b="0">
                <a:solidFill>
                  <a:srgbClr val="6B6B67"/>
                </a:solidFill>
              </a:defRPr>
            </a:lvl2pPr>
            <a:lvl3pPr>
              <a:defRPr sz="1350" b="0">
                <a:solidFill>
                  <a:srgbClr val="6B6B67"/>
                </a:solidFill>
              </a:defRPr>
            </a:lvl3pPr>
            <a:lvl4pPr>
              <a:defRPr sz="1350" b="0">
                <a:solidFill>
                  <a:srgbClr val="6B6B67"/>
                </a:solidFill>
              </a:defRPr>
            </a:lvl4pPr>
            <a:lvl5pPr>
              <a:defRPr sz="1350" b="0">
                <a:solidFill>
                  <a:srgbClr val="6B6B67"/>
                </a:solidFill>
              </a:defRPr>
            </a:lvl5pPr>
            <a:lvl6pPr>
              <a:defRPr sz="1350" b="0">
                <a:solidFill>
                  <a:srgbClr val="6B6B67"/>
                </a:solidFill>
              </a:defRPr>
            </a:lvl6pPr>
            <a:lvl7pPr>
              <a:defRPr sz="1350" b="0">
                <a:solidFill>
                  <a:srgbClr val="6B6B67"/>
                </a:solidFill>
              </a:defRPr>
            </a:lvl7pPr>
            <a:lvl8pPr>
              <a:defRPr sz="1350" b="0">
                <a:solidFill>
                  <a:srgbClr val="6B6B67"/>
                </a:solidFill>
              </a:defRPr>
            </a:lvl8pPr>
            <a:lvl9pPr>
              <a:defRPr sz="1350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B6B67"/>
                </a:solidFill>
              </a:defRPr>
            </a:pPr>
            <a:r>
              <a:rPr sz="1350" b="0">
                <a:solidFill>
                  <a:srgbClr val="6B6B67"/>
                </a:solidFill>
              </a:rPr>
              <a:t>Keeping the full shaft shows ignition in progress, rather than a flame floating on its own.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0BED5-A560-4CAC-98DB-852065A8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291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D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E49A5B-0AED-4113-A02B-A2016D26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38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15DF2"/>
                </a:solidFill>
              </a:defRPr>
            </a:defPPr>
            <a:lvl1pPr>
              <a:defRPr sz="1050" b="1">
                <a:solidFill>
                  <a:srgbClr val="315DF2"/>
                </a:solidFill>
              </a:defRPr>
            </a:lvl1pPr>
            <a:lvl2pPr>
              <a:defRPr sz="1050" b="1">
                <a:solidFill>
                  <a:srgbClr val="315DF2"/>
                </a:solidFill>
              </a:defRPr>
            </a:lvl2pPr>
            <a:lvl3pPr>
              <a:defRPr sz="1050" b="1">
                <a:solidFill>
                  <a:srgbClr val="315DF2"/>
                </a:solidFill>
              </a:defRPr>
            </a:lvl3pPr>
            <a:lvl4pPr>
              <a:defRPr sz="1050" b="1">
                <a:solidFill>
                  <a:srgbClr val="315DF2"/>
                </a:solidFill>
              </a:defRPr>
            </a:lvl4pPr>
            <a:lvl5pPr>
              <a:defRPr sz="1050" b="1">
                <a:solidFill>
                  <a:srgbClr val="315DF2"/>
                </a:solidFill>
              </a:defRPr>
            </a:lvl5pPr>
            <a:lvl6pPr>
              <a:defRPr sz="1050" b="1">
                <a:solidFill>
                  <a:srgbClr val="315DF2"/>
                </a:solidFill>
              </a:defRPr>
            </a:lvl6pPr>
            <a:lvl7pPr>
              <a:defRPr sz="1050" b="1">
                <a:solidFill>
                  <a:srgbClr val="315DF2"/>
                </a:solidFill>
              </a:defRPr>
            </a:lvl7pPr>
            <a:lvl8pPr>
              <a:defRPr sz="1050" b="1">
                <a:solidFill>
                  <a:srgbClr val="315DF2"/>
                </a:solidFill>
              </a:defRPr>
            </a:lvl8pPr>
            <a:lvl9pPr>
              <a:defRPr sz="1050" b="1">
                <a:solidFill>
                  <a:srgbClr val="315DF2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15DF2"/>
                </a:solidFill>
              </a:defRPr>
            </a:pPr>
            <a:r>
              <a:rPr sz="1050" b="1">
                <a:solidFill>
                  <a:srgbClr val="315DF2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6B0B43-2A5D-4CA8-8190-A1F0D11F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910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11111"/>
                </a:solidFill>
              </a:defRPr>
            </a:defPPr>
            <a:lvl1pPr>
              <a:defRPr sz="1875" b="1">
                <a:solidFill>
                  <a:srgbClr val="111111"/>
                </a:solidFill>
              </a:defRPr>
            </a:lvl1pPr>
            <a:lvl2pPr>
              <a:defRPr sz="1875" b="1">
                <a:solidFill>
                  <a:srgbClr val="111111"/>
                </a:solidFill>
              </a:defRPr>
            </a:lvl2pPr>
            <a:lvl3pPr>
              <a:defRPr sz="1875" b="1">
                <a:solidFill>
                  <a:srgbClr val="111111"/>
                </a:solidFill>
              </a:defRPr>
            </a:lvl3pPr>
            <a:lvl4pPr>
              <a:defRPr sz="1875" b="1">
                <a:solidFill>
                  <a:srgbClr val="111111"/>
                </a:solidFill>
              </a:defRPr>
            </a:lvl4pPr>
            <a:lvl5pPr>
              <a:defRPr sz="1875" b="1">
                <a:solidFill>
                  <a:srgbClr val="111111"/>
                </a:solidFill>
              </a:defRPr>
            </a:lvl5pPr>
            <a:lvl6pPr>
              <a:defRPr sz="1875" b="1">
                <a:solidFill>
                  <a:srgbClr val="111111"/>
                </a:solidFill>
              </a:defRPr>
            </a:lvl6pPr>
            <a:lvl7pPr>
              <a:defRPr sz="1875" b="1">
                <a:solidFill>
                  <a:srgbClr val="111111"/>
                </a:solidFill>
              </a:defRPr>
            </a:lvl7pPr>
            <a:lvl8pPr>
              <a:defRPr sz="1875" b="1">
                <a:solidFill>
                  <a:srgbClr val="111111"/>
                </a:solidFill>
              </a:defRPr>
            </a:lvl8pPr>
            <a:lvl9pPr>
              <a:defRPr sz="187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 moment of transformation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B23AE-D0BC-40C8-BC9A-A93B9F47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196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B6B67"/>
                </a:solidFill>
              </a:defRPr>
            </a:defPPr>
            <a:lvl1pPr>
              <a:defRPr sz="1350" b="0">
                <a:solidFill>
                  <a:srgbClr val="6B6B67"/>
                </a:solidFill>
              </a:defRPr>
            </a:lvl1pPr>
            <a:lvl2pPr>
              <a:defRPr sz="1350" b="0">
                <a:solidFill>
                  <a:srgbClr val="6B6B67"/>
                </a:solidFill>
              </a:defRPr>
            </a:lvl2pPr>
            <a:lvl3pPr>
              <a:defRPr sz="1350" b="0">
                <a:solidFill>
                  <a:srgbClr val="6B6B67"/>
                </a:solidFill>
              </a:defRPr>
            </a:lvl3pPr>
            <a:lvl4pPr>
              <a:defRPr sz="1350" b="0">
                <a:solidFill>
                  <a:srgbClr val="6B6B67"/>
                </a:solidFill>
              </a:defRPr>
            </a:lvl4pPr>
            <a:lvl5pPr>
              <a:defRPr sz="1350" b="0">
                <a:solidFill>
                  <a:srgbClr val="6B6B67"/>
                </a:solidFill>
              </a:defRPr>
            </a:lvl5pPr>
            <a:lvl6pPr>
              <a:defRPr sz="1350" b="0">
                <a:solidFill>
                  <a:srgbClr val="6B6B67"/>
                </a:solidFill>
              </a:defRPr>
            </a:lvl6pPr>
            <a:lvl7pPr>
              <a:defRPr sz="1350" b="0">
                <a:solidFill>
                  <a:srgbClr val="6B6B67"/>
                </a:solidFill>
              </a:defRPr>
            </a:lvl7pPr>
            <a:lvl8pPr>
              <a:defRPr sz="1350" b="0">
                <a:solidFill>
                  <a:srgbClr val="6B6B67"/>
                </a:solidFill>
              </a:defRPr>
            </a:lvl8pPr>
            <a:lvl9pPr>
              <a:defRPr sz="1350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B6B67"/>
                </a:solidFill>
              </a:defRPr>
            </a:pPr>
            <a:r>
              <a:rPr sz="1350" b="0">
                <a:solidFill>
                  <a:srgbClr val="6B6B67"/>
                </a:solidFill>
              </a:rPr>
              <a:t>The rounded join captures the instant a match becomes light, turning two shapes into one idea.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5B21E5-E114-45F0-AA27-959D0513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00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B6B67"/>
                </a:solidFill>
              </a:defRPr>
            </a:defPPr>
            <a:lvl1pPr>
              <a:defRPr sz="825" b="1">
                <a:solidFill>
                  <a:srgbClr val="6B6B67"/>
                </a:solidFill>
              </a:defRPr>
            </a:lvl1pPr>
            <a:lvl2pPr>
              <a:defRPr sz="825" b="1">
                <a:solidFill>
                  <a:srgbClr val="6B6B67"/>
                </a:solidFill>
              </a:defRPr>
            </a:lvl2pPr>
            <a:lvl3pPr>
              <a:defRPr sz="825" b="1">
                <a:solidFill>
                  <a:srgbClr val="6B6B67"/>
                </a:solidFill>
              </a:defRPr>
            </a:lvl3pPr>
            <a:lvl4pPr>
              <a:defRPr sz="825" b="1">
                <a:solidFill>
                  <a:srgbClr val="6B6B67"/>
                </a:solidFill>
              </a:defRPr>
            </a:lvl4pPr>
            <a:lvl5pPr>
              <a:defRPr sz="825" b="1">
                <a:solidFill>
                  <a:srgbClr val="6B6B67"/>
                </a:solidFill>
              </a:defRPr>
            </a:lvl5pPr>
            <a:lvl6pPr>
              <a:defRPr sz="825" b="1">
                <a:solidFill>
                  <a:srgbClr val="6B6B67"/>
                </a:solidFill>
              </a:defRPr>
            </a:lvl6pPr>
            <a:lvl7pPr>
              <a:defRPr sz="825" b="1">
                <a:solidFill>
                  <a:srgbClr val="6B6B67"/>
                </a:solidFill>
              </a:defRPr>
            </a:lvl7pPr>
            <a:lvl8pPr>
              <a:defRPr sz="825" b="1">
                <a:solidFill>
                  <a:srgbClr val="6B6B67"/>
                </a:solidFill>
              </a:defRPr>
            </a:lvl8pPr>
            <a:lvl9pPr>
              <a:defRPr sz="825" b="1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B6B67"/>
                </a:solidFill>
              </a:defRPr>
            </a:pPr>
            <a:r>
              <a:rPr sz="825" b="1">
                <a:solidFill>
                  <a:srgbClr val="6B6B67"/>
                </a:solidFill>
              </a:rPr>
              <a:t>04 / 17</a:t>
            </a:r>
          </a:p>
        </p:txBody>
      </p:sp>
    </p:spTree>
    <p:extLst>
      <p:ext uri="{BB962C8B-B14F-4D97-AF65-F5344CB8AC3E}">
        <p14:creationId xmlns:p14="http://schemas.microsoft.com/office/powerpoint/2010/main" val="20902003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1EE133-ADF8-4C06-B4B2-80B983BB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315DF2"/>
                </a:solidFill>
              </a:defRPr>
            </a:defPPr>
            <a:lvl1pPr>
              <a:defRPr sz="900" b="1">
                <a:solidFill>
                  <a:srgbClr val="315DF2"/>
                </a:solidFill>
              </a:defRPr>
            </a:lvl1pPr>
            <a:lvl2pPr>
              <a:defRPr sz="900" b="1">
                <a:solidFill>
                  <a:srgbClr val="315DF2"/>
                </a:solidFill>
              </a:defRPr>
            </a:lvl2pPr>
            <a:lvl3pPr>
              <a:defRPr sz="900" b="1">
                <a:solidFill>
                  <a:srgbClr val="315DF2"/>
                </a:solidFill>
              </a:defRPr>
            </a:lvl3pPr>
            <a:lvl4pPr>
              <a:defRPr sz="900" b="1">
                <a:solidFill>
                  <a:srgbClr val="315DF2"/>
                </a:solidFill>
              </a:defRPr>
            </a:lvl4pPr>
            <a:lvl5pPr>
              <a:defRPr sz="900" b="1">
                <a:solidFill>
                  <a:srgbClr val="315DF2"/>
                </a:solidFill>
              </a:defRPr>
            </a:lvl5pPr>
            <a:lvl6pPr>
              <a:defRPr sz="900" b="1">
                <a:solidFill>
                  <a:srgbClr val="315DF2"/>
                </a:solidFill>
              </a:defRPr>
            </a:lvl6pPr>
            <a:lvl7pPr>
              <a:defRPr sz="900" b="1">
                <a:solidFill>
                  <a:srgbClr val="315DF2"/>
                </a:solidFill>
              </a:defRPr>
            </a:lvl7pPr>
            <a:lvl8pPr>
              <a:defRPr sz="900" b="1">
                <a:solidFill>
                  <a:srgbClr val="315DF2"/>
                </a:solidFill>
              </a:defRPr>
            </a:lvl8pPr>
            <a:lvl9pPr>
              <a:defRPr sz="900" b="1">
                <a:solidFill>
                  <a:srgbClr val="315DF2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315DF2"/>
                </a:solidFill>
              </a:defRPr>
            </a:pPr>
            <a:r>
              <a:rPr sz="900" b="1">
                <a:solidFill>
                  <a:srgbClr val="315DF2"/>
                </a:solidFill>
              </a:rPr>
              <a:t>THE REVEAL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5E767-2786-4477-87E6-61B53D4E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  <a:lvl1pPr>
              <a:defRPr sz="3450" b="1">
                <a:solidFill>
                  <a:srgbClr val="FFFFFF"/>
                </a:solidFill>
              </a:defRPr>
            </a:lvl1pPr>
            <a:lvl2pPr>
              <a:defRPr sz="3450" b="1">
                <a:solidFill>
                  <a:srgbClr val="FFFFFF"/>
                </a:solidFill>
              </a:defRPr>
            </a:lvl2pPr>
            <a:lvl3pPr>
              <a:defRPr sz="3450" b="1">
                <a:solidFill>
                  <a:srgbClr val="FFFFFF"/>
                </a:solidFill>
              </a:defRPr>
            </a:lvl3pPr>
            <a:lvl4pPr>
              <a:defRPr sz="3450" b="1">
                <a:solidFill>
                  <a:srgbClr val="FFFFFF"/>
                </a:solidFill>
              </a:defRPr>
            </a:lvl4pPr>
            <a:lvl5pPr>
              <a:defRPr sz="3450" b="1">
                <a:solidFill>
                  <a:srgbClr val="FFFFFF"/>
                </a:solidFill>
              </a:defRPr>
            </a:lvl5pPr>
            <a:lvl6pPr>
              <a:defRPr sz="3450" b="1">
                <a:solidFill>
                  <a:srgbClr val="FFFFFF"/>
                </a:solidFill>
              </a:defRPr>
            </a:lvl6pPr>
            <a:lvl7pPr>
              <a:defRPr sz="3450" b="1">
                <a:solidFill>
                  <a:srgbClr val="FFFFFF"/>
                </a:solidFill>
              </a:defRPr>
            </a:lvl7pPr>
            <a:lvl8pPr>
              <a:defRPr sz="3450" b="1">
                <a:solidFill>
                  <a:srgbClr val="FFFFFF"/>
                </a:solidFill>
              </a:defRPr>
            </a:lvl8pPr>
            <a:lvl9pPr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The 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1E764-8CB1-4AED-B485-7F0B5993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9D8D3"/>
                </a:solidFill>
              </a:defRPr>
            </a:defPPr>
            <a:lvl1pPr>
              <a:defRPr sz="1575" b="0">
                <a:solidFill>
                  <a:srgbClr val="D9D8D3"/>
                </a:solidFill>
              </a:defRPr>
            </a:lvl1pPr>
            <a:lvl2pPr>
              <a:defRPr sz="1575" b="0">
                <a:solidFill>
                  <a:srgbClr val="D9D8D3"/>
                </a:solidFill>
              </a:defRPr>
            </a:lvl2pPr>
            <a:lvl3pPr>
              <a:defRPr sz="1575" b="0">
                <a:solidFill>
                  <a:srgbClr val="D9D8D3"/>
                </a:solidFill>
              </a:defRPr>
            </a:lvl3pPr>
            <a:lvl4pPr>
              <a:defRPr sz="1575" b="0">
                <a:solidFill>
                  <a:srgbClr val="D9D8D3"/>
                </a:solidFill>
              </a:defRPr>
            </a:lvl4pPr>
            <a:lvl5pPr>
              <a:defRPr sz="1575" b="0">
                <a:solidFill>
                  <a:srgbClr val="D9D8D3"/>
                </a:solidFill>
              </a:defRPr>
            </a:lvl5pPr>
            <a:lvl6pPr>
              <a:defRPr sz="1575" b="0">
                <a:solidFill>
                  <a:srgbClr val="D9D8D3"/>
                </a:solidFill>
              </a:defRPr>
            </a:lvl6pPr>
            <a:lvl7pPr>
              <a:defRPr sz="1575" b="0">
                <a:solidFill>
                  <a:srgbClr val="D9D8D3"/>
                </a:solidFill>
              </a:defRPr>
            </a:lvl7pPr>
            <a:lvl8pPr>
              <a:defRPr sz="1575" b="0">
                <a:solidFill>
                  <a:srgbClr val="D9D8D3"/>
                </a:solidFill>
              </a:defRPr>
            </a:lvl8pPr>
            <a:lvl9pPr>
              <a:defRPr sz="1575" b="0">
                <a:solidFill>
                  <a:srgbClr val="D9D8D3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9D8D3"/>
                </a:solidFill>
              </a:defRPr>
            </a:pPr>
            <a:r>
              <a:rPr sz="1575" b="0">
                <a:solidFill>
                  <a:srgbClr val="D9D8D3"/>
                </a:solidFill>
              </a:rPr>
              <a:t>One continuous matchstick inside a two-colour flame.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BFB0C-03C7-47B9-97AE-BE604E21FE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556f9f5c049a1"/>
          <a:stretch xmlns:a="http://schemas.openxmlformats.org/drawingml/2006/main"/>
        </p:blipFill>
        <p:spPr>
          <a:xfrm xmlns:a="http://schemas.openxmlformats.org/drawingml/2006/main">
            <a:off x="6743581" y="666750"/>
            <a:ext cx="2514838" cy="5619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EDBB3-56BC-4C6E-AB42-16D02E56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A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0B3ECE-1C42-453B-8DE2-D1FF21DB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Yellow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9E0AD-B381-43A1-8C76-47422698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33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15DF2"/>
                </a:solidFill>
              </a:defRPr>
            </a:defPPr>
            <a:lvl1pPr>
              <a:defRPr sz="1200" b="0">
                <a:solidFill>
                  <a:srgbClr val="315DF2"/>
                </a:solidFill>
              </a:defRPr>
            </a:lvl1pPr>
            <a:lvl2pPr>
              <a:defRPr sz="1200" b="0">
                <a:solidFill>
                  <a:srgbClr val="315DF2"/>
                </a:solidFill>
              </a:defRPr>
            </a:lvl2pPr>
            <a:lvl3pPr>
              <a:defRPr sz="1200" b="0">
                <a:solidFill>
                  <a:srgbClr val="315DF2"/>
                </a:solidFill>
              </a:defRPr>
            </a:lvl3pPr>
            <a:lvl4pPr>
              <a:defRPr sz="1200" b="0">
                <a:solidFill>
                  <a:srgbClr val="315DF2"/>
                </a:solidFill>
              </a:defRPr>
            </a:lvl4pPr>
            <a:lvl5pPr>
              <a:defRPr sz="1200" b="0">
                <a:solidFill>
                  <a:srgbClr val="315DF2"/>
                </a:solidFill>
              </a:defRPr>
            </a:lvl5pPr>
            <a:lvl6pPr>
              <a:defRPr sz="1200" b="0">
                <a:solidFill>
                  <a:srgbClr val="315DF2"/>
                </a:solidFill>
              </a:defRPr>
            </a:lvl6pPr>
            <a:lvl7pPr>
              <a:defRPr sz="1200" b="0">
                <a:solidFill>
                  <a:srgbClr val="315DF2"/>
                </a:solidFill>
              </a:defRPr>
            </a:lvl7pPr>
            <a:lvl8pPr>
              <a:defRPr sz="1200" b="0">
                <a:solidFill>
                  <a:srgbClr val="315DF2"/>
                </a:solidFill>
              </a:defRPr>
            </a:lvl8pPr>
            <a:lvl9pPr>
              <a:defRPr sz="1200" b="0">
                <a:solidFill>
                  <a:srgbClr val="315DF2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315DF2"/>
                </a:solidFill>
              </a:defRPr>
            </a:pPr>
            <a:r>
              <a:rPr sz="1200" b="0">
                <a:solidFill>
                  <a:srgbClr val="315DF2"/>
                </a:solidFill>
              </a:rPr>
              <a:t>Momentum and light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ED756-6CA5-444D-8C7A-A5DC43B9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Ignite cobalt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6AE289-10D0-42DB-AB8C-C00994F5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4810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15DF2"/>
                </a:solidFill>
              </a:defRPr>
            </a:defPPr>
            <a:lvl1pPr>
              <a:defRPr sz="1200" b="0">
                <a:solidFill>
                  <a:srgbClr val="315DF2"/>
                </a:solidFill>
              </a:defRPr>
            </a:lvl1pPr>
            <a:lvl2pPr>
              <a:defRPr sz="1200" b="0">
                <a:solidFill>
                  <a:srgbClr val="315DF2"/>
                </a:solidFill>
              </a:defRPr>
            </a:lvl2pPr>
            <a:lvl3pPr>
              <a:defRPr sz="1200" b="0">
                <a:solidFill>
                  <a:srgbClr val="315DF2"/>
                </a:solidFill>
              </a:defRPr>
            </a:lvl3pPr>
            <a:lvl4pPr>
              <a:defRPr sz="1200" b="0">
                <a:solidFill>
                  <a:srgbClr val="315DF2"/>
                </a:solidFill>
              </a:defRPr>
            </a:lvl4pPr>
            <a:lvl5pPr>
              <a:defRPr sz="1200" b="0">
                <a:solidFill>
                  <a:srgbClr val="315DF2"/>
                </a:solidFill>
              </a:defRPr>
            </a:lvl5pPr>
            <a:lvl6pPr>
              <a:defRPr sz="1200" b="0">
                <a:solidFill>
                  <a:srgbClr val="315DF2"/>
                </a:solidFill>
              </a:defRPr>
            </a:lvl6pPr>
            <a:lvl7pPr>
              <a:defRPr sz="1200" b="0">
                <a:solidFill>
                  <a:srgbClr val="315DF2"/>
                </a:solidFill>
              </a:defRPr>
            </a:lvl7pPr>
            <a:lvl8pPr>
              <a:defRPr sz="1200" b="0">
                <a:solidFill>
                  <a:srgbClr val="315DF2"/>
                </a:solidFill>
              </a:defRPr>
            </a:lvl8pPr>
            <a:lvl9pPr>
              <a:defRPr sz="1200" b="0">
                <a:solidFill>
                  <a:srgbClr val="315DF2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315DF2"/>
                </a:solidFill>
              </a:defRPr>
            </a:pPr>
            <a:r>
              <a:rPr sz="1200" b="0">
                <a:solidFill>
                  <a:srgbClr val="315DF2"/>
                </a:solidFill>
              </a:rPr>
              <a:t>Calm and openness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6C3C8-6FF4-4041-AEC5-491AD5C5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1B431E-0225-402C-BD53-98AD892E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62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15DF2"/>
                </a:solidFill>
              </a:defRPr>
            </a:defPPr>
            <a:lvl1pPr>
              <a:defRPr sz="1200" b="0">
                <a:solidFill>
                  <a:srgbClr val="315DF2"/>
                </a:solidFill>
              </a:defRPr>
            </a:lvl1pPr>
            <a:lvl2pPr>
              <a:defRPr sz="1200" b="0">
                <a:solidFill>
                  <a:srgbClr val="315DF2"/>
                </a:solidFill>
              </a:defRPr>
            </a:lvl2pPr>
            <a:lvl3pPr>
              <a:defRPr sz="1200" b="0">
                <a:solidFill>
                  <a:srgbClr val="315DF2"/>
                </a:solidFill>
              </a:defRPr>
            </a:lvl3pPr>
            <a:lvl4pPr>
              <a:defRPr sz="1200" b="0">
                <a:solidFill>
                  <a:srgbClr val="315DF2"/>
                </a:solidFill>
              </a:defRPr>
            </a:lvl4pPr>
            <a:lvl5pPr>
              <a:defRPr sz="1200" b="0">
                <a:solidFill>
                  <a:srgbClr val="315DF2"/>
                </a:solidFill>
              </a:defRPr>
            </a:lvl5pPr>
            <a:lvl6pPr>
              <a:defRPr sz="1200" b="0">
                <a:solidFill>
                  <a:srgbClr val="315DF2"/>
                </a:solidFill>
              </a:defRPr>
            </a:lvl6pPr>
            <a:lvl7pPr>
              <a:defRPr sz="1200" b="0">
                <a:solidFill>
                  <a:srgbClr val="315DF2"/>
                </a:solidFill>
              </a:defRPr>
            </a:lvl7pPr>
            <a:lvl8pPr>
              <a:defRPr sz="1200" b="0">
                <a:solidFill>
                  <a:srgbClr val="315DF2"/>
                </a:solidFill>
              </a:defRPr>
            </a:lvl8pPr>
            <a:lvl9pPr>
              <a:defRPr sz="1200" b="0">
                <a:solidFill>
                  <a:srgbClr val="315DF2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315DF2"/>
                </a:solidFill>
              </a:defRPr>
            </a:pPr>
            <a:r>
              <a:rPr sz="1200" b="0">
                <a:solidFill>
                  <a:srgbClr val="315DF2"/>
                </a:solidFill>
              </a:rPr>
              <a:t>Structure and clarity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094D9-FCD0-4CA9-9815-3BD684B1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A4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E4183C-1BBD-461F-BC50-FA300D5C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“Stir up the gift of God which is in you.”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63C6AE-2EA5-43E7-A16F-06062F79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315DF2"/>
                </a:solidFill>
              </a:defRPr>
            </a:defPPr>
            <a:lvl1pPr>
              <a:defRPr sz="975" b="1">
                <a:solidFill>
                  <a:srgbClr val="315DF2"/>
                </a:solidFill>
              </a:defRPr>
            </a:lvl1pPr>
            <a:lvl2pPr>
              <a:defRPr sz="975" b="1">
                <a:solidFill>
                  <a:srgbClr val="315DF2"/>
                </a:solidFill>
              </a:defRPr>
            </a:lvl2pPr>
            <a:lvl3pPr>
              <a:defRPr sz="975" b="1">
                <a:solidFill>
                  <a:srgbClr val="315DF2"/>
                </a:solidFill>
              </a:defRPr>
            </a:lvl3pPr>
            <a:lvl4pPr>
              <a:defRPr sz="975" b="1">
                <a:solidFill>
                  <a:srgbClr val="315DF2"/>
                </a:solidFill>
              </a:defRPr>
            </a:lvl4pPr>
            <a:lvl5pPr>
              <a:defRPr sz="975" b="1">
                <a:solidFill>
                  <a:srgbClr val="315DF2"/>
                </a:solidFill>
              </a:defRPr>
            </a:lvl5pPr>
            <a:lvl6pPr>
              <a:defRPr sz="975" b="1">
                <a:solidFill>
                  <a:srgbClr val="315DF2"/>
                </a:solidFill>
              </a:defRPr>
            </a:lvl6pPr>
            <a:lvl7pPr>
              <a:defRPr sz="975" b="1">
                <a:solidFill>
                  <a:srgbClr val="315DF2"/>
                </a:solidFill>
              </a:defRPr>
            </a:lvl7pPr>
            <a:lvl8pPr>
              <a:defRPr sz="975" b="1">
                <a:solidFill>
                  <a:srgbClr val="315DF2"/>
                </a:solidFill>
              </a:defRPr>
            </a:lvl8pPr>
            <a:lvl9pPr>
              <a:defRPr sz="975" b="1">
                <a:solidFill>
                  <a:srgbClr val="315DF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315DF2"/>
                </a:solidFill>
              </a:defRPr>
            </a:pPr>
            <a:r>
              <a:rPr sz="975" b="1">
                <a:solidFill>
                  <a:srgbClr val="315DF2"/>
                </a:solidFill>
              </a:rPr>
              <a:t>2 Timothy 1:6 (WEB)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1A9D2-D827-41A4-895E-E74BE104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00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C8C8C2"/>
                </a:solidFill>
              </a:defRPr>
            </a:defPPr>
            <a:lvl1pPr>
              <a:defRPr sz="825" b="1">
                <a:solidFill>
                  <a:srgbClr val="C8C8C2"/>
                </a:solidFill>
              </a:defRPr>
            </a:lvl1pPr>
            <a:lvl2pPr>
              <a:defRPr sz="825" b="1">
                <a:solidFill>
                  <a:srgbClr val="C8C8C2"/>
                </a:solidFill>
              </a:defRPr>
            </a:lvl2pPr>
            <a:lvl3pPr>
              <a:defRPr sz="825" b="1">
                <a:solidFill>
                  <a:srgbClr val="C8C8C2"/>
                </a:solidFill>
              </a:defRPr>
            </a:lvl3pPr>
            <a:lvl4pPr>
              <a:defRPr sz="825" b="1">
                <a:solidFill>
                  <a:srgbClr val="C8C8C2"/>
                </a:solidFill>
              </a:defRPr>
            </a:lvl4pPr>
            <a:lvl5pPr>
              <a:defRPr sz="825" b="1">
                <a:solidFill>
                  <a:srgbClr val="C8C8C2"/>
                </a:solidFill>
              </a:defRPr>
            </a:lvl5pPr>
            <a:lvl6pPr>
              <a:defRPr sz="825" b="1">
                <a:solidFill>
                  <a:srgbClr val="C8C8C2"/>
                </a:solidFill>
              </a:defRPr>
            </a:lvl6pPr>
            <a:lvl7pPr>
              <a:defRPr sz="825" b="1">
                <a:solidFill>
                  <a:srgbClr val="C8C8C2"/>
                </a:solidFill>
              </a:defRPr>
            </a:lvl7pPr>
            <a:lvl8pPr>
              <a:defRPr sz="825" b="1">
                <a:solidFill>
                  <a:srgbClr val="C8C8C2"/>
                </a:solidFill>
              </a:defRPr>
            </a:lvl8pPr>
            <a:lvl9pPr>
              <a:defRPr sz="825" b="1">
                <a:solidFill>
                  <a:srgbClr val="C8C8C2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C8C8C2"/>
                </a:solidFill>
              </a:defRPr>
            </a:pPr>
            <a:r>
              <a:rPr sz="825" b="1">
                <a:solidFill>
                  <a:srgbClr val="C8C8C2"/>
                </a:solidFill>
              </a:rPr>
              <a:t>05 / 17</a:t>
            </a:r>
          </a:p>
        </p:txBody>
      </p:sp>
    </p:spTree>
    <p:extLst>
      <p:ext uri="{BB962C8B-B14F-4D97-AF65-F5344CB8AC3E}">
        <p14:creationId xmlns:p14="http://schemas.microsoft.com/office/powerpoint/2010/main" val="18532857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16C52-BEF8-46EC-8371-73803DE2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1111"/>
                </a:solidFill>
              </a:defRPr>
            </a:defPPr>
            <a:lvl1pPr>
              <a:defRPr sz="2550" b="1">
                <a:solidFill>
                  <a:srgbClr val="111111"/>
                </a:solidFill>
              </a:defRPr>
            </a:lvl1pPr>
            <a:lvl2pPr>
              <a:defRPr sz="2550" b="1">
                <a:solidFill>
                  <a:srgbClr val="111111"/>
                </a:solidFill>
              </a:defRPr>
            </a:lvl2pPr>
            <a:lvl3pPr>
              <a:defRPr sz="2550" b="1">
                <a:solidFill>
                  <a:srgbClr val="111111"/>
                </a:solidFill>
              </a:defRPr>
            </a:lvl3pPr>
            <a:lvl4pPr>
              <a:defRPr sz="2550" b="1">
                <a:solidFill>
                  <a:srgbClr val="111111"/>
                </a:solidFill>
              </a:defRPr>
            </a:lvl4pPr>
            <a:lvl5pPr>
              <a:defRPr sz="2550" b="1">
                <a:solidFill>
                  <a:srgbClr val="111111"/>
                </a:solidFill>
              </a:defRPr>
            </a:lvl5pPr>
            <a:lvl6pPr>
              <a:defRPr sz="2550" b="1">
                <a:solidFill>
                  <a:srgbClr val="111111"/>
                </a:solidFill>
              </a:defRPr>
            </a:lvl6pPr>
            <a:lvl7pPr>
              <a:defRPr sz="2550" b="1">
                <a:solidFill>
                  <a:srgbClr val="111111"/>
                </a:solidFill>
              </a:defRPr>
            </a:lvl7pPr>
            <a:lvl8pPr>
              <a:defRPr sz="2550" b="1">
                <a:solidFill>
                  <a:srgbClr val="111111"/>
                </a:solidFill>
              </a:defRPr>
            </a:lvl8pPr>
            <a:lvl9pPr>
              <a:defRPr sz="25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The wordmark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CA79C-305A-468D-AF4F-1E5822B0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B6B67"/>
                </a:solidFill>
              </a:defRPr>
            </a:defPPr>
            <a:lvl1pPr>
              <a:defRPr sz="1500" b="0">
                <a:solidFill>
                  <a:srgbClr val="6B6B67"/>
                </a:solidFill>
              </a:defRPr>
            </a:lvl1pPr>
            <a:lvl2pPr>
              <a:defRPr sz="1500" b="0">
                <a:solidFill>
                  <a:srgbClr val="6B6B67"/>
                </a:solidFill>
              </a:defRPr>
            </a:lvl2pPr>
            <a:lvl3pPr>
              <a:defRPr sz="1500" b="0">
                <a:solidFill>
                  <a:srgbClr val="6B6B67"/>
                </a:solidFill>
              </a:defRPr>
            </a:lvl3pPr>
            <a:lvl4pPr>
              <a:defRPr sz="1500" b="0">
                <a:solidFill>
                  <a:srgbClr val="6B6B67"/>
                </a:solidFill>
              </a:defRPr>
            </a:lvl4pPr>
            <a:lvl5pPr>
              <a:defRPr sz="1500" b="0">
                <a:solidFill>
                  <a:srgbClr val="6B6B67"/>
                </a:solidFill>
              </a:defRPr>
            </a:lvl5pPr>
            <a:lvl6pPr>
              <a:defRPr sz="1500" b="0">
                <a:solidFill>
                  <a:srgbClr val="6B6B67"/>
                </a:solidFill>
              </a:defRPr>
            </a:lvl6pPr>
            <a:lvl7pPr>
              <a:defRPr sz="1500" b="0">
                <a:solidFill>
                  <a:srgbClr val="6B6B67"/>
                </a:solidFill>
              </a:defRPr>
            </a:lvl7pPr>
            <a:lvl8pPr>
              <a:defRPr sz="1500" b="0">
                <a:solidFill>
                  <a:srgbClr val="6B6B67"/>
                </a:solidFill>
              </a:defRPr>
            </a:lvl8pPr>
            <a:lvl9pPr>
              <a:defRPr sz="1500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B6B67"/>
                </a:solidFill>
              </a:defRPr>
            </a:pPr>
            <a:r>
              <a:rPr sz="1500" b="0">
                <a:solidFill>
                  <a:srgbClr val="6B6B67"/>
                </a:solidFill>
              </a:rPr>
              <a:t>Lowercase geometry gives the identity an open, contemporary voice.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75A3D-F1BE-4418-A600-76A1A2BFF3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b52da8fcb44bc"/>
          <a:stretch xmlns:a="http://schemas.openxmlformats.org/drawingml/2006/main"/>
        </p:blipFill>
        <p:spPr>
          <a:xfrm xmlns:a="http://schemas.openxmlformats.org/drawingml/2006/main">
            <a:off x="3058281" y="1790700"/>
            <a:ext cx="5999238" cy="2952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70426-4113-4B23-AACC-9B288814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0150"/>
            <a:ext cx="948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F7716-6365-4218-975F-99E3F170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14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11111"/>
                </a:solidFill>
              </a:defRPr>
            </a:defPPr>
            <a:lvl1pPr>
              <a:defRPr sz="1350" b="1">
                <a:solidFill>
                  <a:srgbClr val="111111"/>
                </a:solidFill>
              </a:defRPr>
            </a:lvl1pPr>
            <a:lvl2pPr>
              <a:defRPr sz="1350" b="1">
                <a:solidFill>
                  <a:srgbClr val="111111"/>
                </a:solidFill>
              </a:defRPr>
            </a:lvl2pPr>
            <a:lvl3pPr>
              <a:defRPr sz="1350" b="1">
                <a:solidFill>
                  <a:srgbClr val="111111"/>
                </a:solidFill>
              </a:defRPr>
            </a:lvl3pPr>
            <a:lvl4pPr>
              <a:defRPr sz="1350" b="1">
                <a:solidFill>
                  <a:srgbClr val="111111"/>
                </a:solidFill>
              </a:defRPr>
            </a:lvl4pPr>
            <a:lvl5pPr>
              <a:defRPr sz="1350" b="1">
                <a:solidFill>
                  <a:srgbClr val="111111"/>
                </a:solidFill>
              </a:defRPr>
            </a:lvl5pPr>
            <a:lvl6pPr>
              <a:defRPr sz="1350" b="1">
                <a:solidFill>
                  <a:srgbClr val="111111"/>
                </a:solidFill>
              </a:defRPr>
            </a:lvl6pPr>
            <a:lvl7pPr>
              <a:defRPr sz="1350" b="1">
                <a:solidFill>
                  <a:srgbClr val="111111"/>
                </a:solidFill>
              </a:defRPr>
            </a:lvl7pPr>
            <a:lvl8pPr>
              <a:defRPr sz="1350" b="1">
                <a:solidFill>
                  <a:srgbClr val="111111"/>
                </a:solidFill>
              </a:defRPr>
            </a:lvl8pPr>
            <a:lvl9pPr>
              <a:defRPr sz="13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Poppins Medium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76B10-A0B4-49E3-BA6C-C13C1C05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3149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B6B67"/>
                </a:solidFill>
              </a:defRPr>
            </a:defPPr>
            <a:lvl1pPr>
              <a:defRPr sz="1350" b="0">
                <a:solidFill>
                  <a:srgbClr val="6B6B67"/>
                </a:solidFill>
              </a:defRPr>
            </a:lvl1pPr>
            <a:lvl2pPr>
              <a:defRPr sz="1350" b="0">
                <a:solidFill>
                  <a:srgbClr val="6B6B67"/>
                </a:solidFill>
              </a:defRPr>
            </a:lvl2pPr>
            <a:lvl3pPr>
              <a:defRPr sz="1350" b="0">
                <a:solidFill>
                  <a:srgbClr val="6B6B67"/>
                </a:solidFill>
              </a:defRPr>
            </a:lvl3pPr>
            <a:lvl4pPr>
              <a:defRPr sz="1350" b="0">
                <a:solidFill>
                  <a:srgbClr val="6B6B67"/>
                </a:solidFill>
              </a:defRPr>
            </a:lvl4pPr>
            <a:lvl5pPr>
              <a:defRPr sz="1350" b="0">
                <a:solidFill>
                  <a:srgbClr val="6B6B67"/>
                </a:solidFill>
              </a:defRPr>
            </a:lvl5pPr>
            <a:lvl6pPr>
              <a:defRPr sz="1350" b="0">
                <a:solidFill>
                  <a:srgbClr val="6B6B67"/>
                </a:solidFill>
              </a:defRPr>
            </a:lvl6pPr>
            <a:lvl7pPr>
              <a:defRPr sz="1350" b="0">
                <a:solidFill>
                  <a:srgbClr val="6B6B67"/>
                </a:solidFill>
              </a:defRPr>
            </a:lvl7pPr>
            <a:lvl8pPr>
              <a:defRPr sz="1350" b="0">
                <a:solidFill>
                  <a:srgbClr val="6B6B67"/>
                </a:solidFill>
              </a:defRPr>
            </a:lvl8pPr>
            <a:lvl9pPr>
              <a:defRPr sz="1350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B6B67"/>
                </a:solidFill>
              </a:defRPr>
            </a:pPr>
            <a:r>
              <a:rPr sz="1350" b="0">
                <a:solidFill>
                  <a:srgbClr val="6B6B67"/>
                </a:solidFill>
              </a:rPr>
              <a:t>Rounded geometry supports the symbol without competing with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B1958-5EAB-4C80-AF55-9B9134DA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00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B6B67"/>
                </a:solidFill>
              </a:defRPr>
            </a:defPPr>
            <a:lvl1pPr>
              <a:defRPr sz="825" b="1">
                <a:solidFill>
                  <a:srgbClr val="6B6B67"/>
                </a:solidFill>
              </a:defRPr>
            </a:lvl1pPr>
            <a:lvl2pPr>
              <a:defRPr sz="825" b="1">
                <a:solidFill>
                  <a:srgbClr val="6B6B67"/>
                </a:solidFill>
              </a:defRPr>
            </a:lvl2pPr>
            <a:lvl3pPr>
              <a:defRPr sz="825" b="1">
                <a:solidFill>
                  <a:srgbClr val="6B6B67"/>
                </a:solidFill>
              </a:defRPr>
            </a:lvl3pPr>
            <a:lvl4pPr>
              <a:defRPr sz="825" b="1">
                <a:solidFill>
                  <a:srgbClr val="6B6B67"/>
                </a:solidFill>
              </a:defRPr>
            </a:lvl4pPr>
            <a:lvl5pPr>
              <a:defRPr sz="825" b="1">
                <a:solidFill>
                  <a:srgbClr val="6B6B67"/>
                </a:solidFill>
              </a:defRPr>
            </a:lvl5pPr>
            <a:lvl6pPr>
              <a:defRPr sz="825" b="1">
                <a:solidFill>
                  <a:srgbClr val="6B6B67"/>
                </a:solidFill>
              </a:defRPr>
            </a:lvl6pPr>
            <a:lvl7pPr>
              <a:defRPr sz="825" b="1">
                <a:solidFill>
                  <a:srgbClr val="6B6B67"/>
                </a:solidFill>
              </a:defRPr>
            </a:lvl7pPr>
            <a:lvl8pPr>
              <a:defRPr sz="825" b="1">
                <a:solidFill>
                  <a:srgbClr val="6B6B67"/>
                </a:solidFill>
              </a:defRPr>
            </a:lvl8pPr>
            <a:lvl9pPr>
              <a:defRPr sz="825" b="1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B6B67"/>
                </a:solidFill>
              </a:defRPr>
            </a:pPr>
            <a:r>
              <a:rPr sz="825" b="1">
                <a:solidFill>
                  <a:srgbClr val="6B6B67"/>
                </a:solidFill>
              </a:rPr>
              <a:t>06 / 17</a:t>
            </a:r>
          </a:p>
        </p:txBody>
      </p:sp>
    </p:spTree>
    <p:extLst>
      <p:ext uri="{BB962C8B-B14F-4D97-AF65-F5344CB8AC3E}">
        <p14:creationId xmlns:p14="http://schemas.microsoft.com/office/powerpoint/2010/main" val="15468112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52D19-9969-41B8-B731-DEC4383C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1111"/>
                </a:solidFill>
              </a:defRPr>
            </a:defPPr>
            <a:lvl1pPr>
              <a:defRPr sz="2550" b="1">
                <a:solidFill>
                  <a:srgbClr val="111111"/>
                </a:solidFill>
              </a:defRPr>
            </a:lvl1pPr>
            <a:lvl2pPr>
              <a:defRPr sz="2550" b="1">
                <a:solidFill>
                  <a:srgbClr val="111111"/>
                </a:solidFill>
              </a:defRPr>
            </a:lvl2pPr>
            <a:lvl3pPr>
              <a:defRPr sz="2550" b="1">
                <a:solidFill>
                  <a:srgbClr val="111111"/>
                </a:solidFill>
              </a:defRPr>
            </a:lvl3pPr>
            <a:lvl4pPr>
              <a:defRPr sz="2550" b="1">
                <a:solidFill>
                  <a:srgbClr val="111111"/>
                </a:solidFill>
              </a:defRPr>
            </a:lvl4pPr>
            <a:lvl5pPr>
              <a:defRPr sz="2550" b="1">
                <a:solidFill>
                  <a:srgbClr val="111111"/>
                </a:solidFill>
              </a:defRPr>
            </a:lvl5pPr>
            <a:lvl6pPr>
              <a:defRPr sz="2550" b="1">
                <a:solidFill>
                  <a:srgbClr val="111111"/>
                </a:solidFill>
              </a:defRPr>
            </a:lvl6pPr>
            <a:lvl7pPr>
              <a:defRPr sz="2550" b="1">
                <a:solidFill>
                  <a:srgbClr val="111111"/>
                </a:solidFill>
              </a:defRPr>
            </a:lvl7pPr>
            <a:lvl8pPr>
              <a:defRPr sz="2550" b="1">
                <a:solidFill>
                  <a:srgbClr val="111111"/>
                </a:solidFill>
              </a:defRPr>
            </a:lvl8pPr>
            <a:lvl9pPr>
              <a:defRPr sz="25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Primary horizontal lockup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3CAAB-0DAA-4585-B30C-5441580E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B6B67"/>
                </a:solidFill>
              </a:defRPr>
            </a:defPPr>
            <a:lvl1pPr>
              <a:defRPr sz="1500" b="0">
                <a:solidFill>
                  <a:srgbClr val="6B6B67"/>
                </a:solidFill>
              </a:defRPr>
            </a:lvl1pPr>
            <a:lvl2pPr>
              <a:defRPr sz="1500" b="0">
                <a:solidFill>
                  <a:srgbClr val="6B6B67"/>
                </a:solidFill>
              </a:defRPr>
            </a:lvl2pPr>
            <a:lvl3pPr>
              <a:defRPr sz="1500" b="0">
                <a:solidFill>
                  <a:srgbClr val="6B6B67"/>
                </a:solidFill>
              </a:defRPr>
            </a:lvl3pPr>
            <a:lvl4pPr>
              <a:defRPr sz="1500" b="0">
                <a:solidFill>
                  <a:srgbClr val="6B6B67"/>
                </a:solidFill>
              </a:defRPr>
            </a:lvl4pPr>
            <a:lvl5pPr>
              <a:defRPr sz="1500" b="0">
                <a:solidFill>
                  <a:srgbClr val="6B6B67"/>
                </a:solidFill>
              </a:defRPr>
            </a:lvl5pPr>
            <a:lvl6pPr>
              <a:defRPr sz="1500" b="0">
                <a:solidFill>
                  <a:srgbClr val="6B6B67"/>
                </a:solidFill>
              </a:defRPr>
            </a:lvl6pPr>
            <a:lvl7pPr>
              <a:defRPr sz="1500" b="0">
                <a:solidFill>
                  <a:srgbClr val="6B6B67"/>
                </a:solidFill>
              </a:defRPr>
            </a:lvl7pPr>
            <a:lvl8pPr>
              <a:defRPr sz="1500" b="0">
                <a:solidFill>
                  <a:srgbClr val="6B6B67"/>
                </a:solidFill>
              </a:defRPr>
            </a:lvl8pPr>
            <a:lvl9pPr>
              <a:defRPr sz="1500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B6B67"/>
                </a:solidFill>
              </a:defRPr>
            </a:pPr>
            <a:r>
              <a:rPr sz="1500" b="0">
                <a:solidFill>
                  <a:srgbClr val="6B6B67"/>
                </a:solidFill>
              </a:rPr>
              <a:t>The default version whenever the layout offers enough width.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DE686-570F-4C16-80F7-EB20F1DD9A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f211c93fd4bbd"/>
          <a:stretch xmlns:a="http://schemas.openxmlformats.org/drawingml/2006/main"/>
        </p:blipFill>
        <p:spPr>
          <a:xfrm xmlns:a="http://schemas.openxmlformats.org/drawingml/2006/main">
            <a:off x="3102429" y="1676400"/>
            <a:ext cx="5987143" cy="27241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6C0D8-3883-4A3D-901D-693DB0F3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4648A-B129-429B-9DAB-6DDCD5E9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11111"/>
                </a:solidFill>
              </a:defRPr>
            </a:defPPr>
            <a:lvl1pPr>
              <a:defRPr sz="1275" b="1">
                <a:solidFill>
                  <a:srgbClr val="111111"/>
                </a:solidFill>
              </a:defRPr>
            </a:lvl1pPr>
            <a:lvl2pPr>
              <a:defRPr sz="1275" b="1">
                <a:solidFill>
                  <a:srgbClr val="111111"/>
                </a:solidFill>
              </a:defRPr>
            </a:lvl2pPr>
            <a:lvl3pPr>
              <a:defRPr sz="1275" b="1">
                <a:solidFill>
                  <a:srgbClr val="111111"/>
                </a:solidFill>
              </a:defRPr>
            </a:lvl3pPr>
            <a:lvl4pPr>
              <a:defRPr sz="1275" b="1">
                <a:solidFill>
                  <a:srgbClr val="111111"/>
                </a:solidFill>
              </a:defRPr>
            </a:lvl4pPr>
            <a:lvl5pPr>
              <a:defRPr sz="1275" b="1">
                <a:solidFill>
                  <a:srgbClr val="111111"/>
                </a:solidFill>
              </a:defRPr>
            </a:lvl5pPr>
            <a:lvl6pPr>
              <a:defRPr sz="1275" b="1">
                <a:solidFill>
                  <a:srgbClr val="111111"/>
                </a:solidFill>
              </a:defRPr>
            </a:lvl6pPr>
            <a:lvl7pPr>
              <a:defRPr sz="1275" b="1">
                <a:solidFill>
                  <a:srgbClr val="111111"/>
                </a:solidFill>
              </a:defRPr>
            </a:lvl7pPr>
            <a:lvl8pPr>
              <a:defRPr sz="1275" b="1">
                <a:solidFill>
                  <a:srgbClr val="111111"/>
                </a:solidFill>
              </a:defRPr>
            </a:lvl8pPr>
            <a:lvl9pPr>
              <a:defRPr sz="127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Use it for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4820C-32BA-4CDC-A27E-2C7D4642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911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6B67"/>
                </a:solidFill>
              </a:defRPr>
            </a:defPPr>
            <a:lvl1pPr>
              <a:defRPr sz="1200" b="0">
                <a:solidFill>
                  <a:srgbClr val="6B6B67"/>
                </a:solidFill>
              </a:defRPr>
            </a:lvl1pPr>
            <a:lvl2pPr>
              <a:defRPr sz="1200" b="0">
                <a:solidFill>
                  <a:srgbClr val="6B6B67"/>
                </a:solidFill>
              </a:defRPr>
            </a:lvl2pPr>
            <a:lvl3pPr>
              <a:defRPr sz="1200" b="0">
                <a:solidFill>
                  <a:srgbClr val="6B6B67"/>
                </a:solidFill>
              </a:defRPr>
            </a:lvl3pPr>
            <a:lvl4pPr>
              <a:defRPr sz="1200" b="0">
                <a:solidFill>
                  <a:srgbClr val="6B6B67"/>
                </a:solidFill>
              </a:defRPr>
            </a:lvl4pPr>
            <a:lvl5pPr>
              <a:defRPr sz="1200" b="0">
                <a:solidFill>
                  <a:srgbClr val="6B6B67"/>
                </a:solidFill>
              </a:defRPr>
            </a:lvl5pPr>
            <a:lvl6pPr>
              <a:defRPr sz="1200" b="0">
                <a:solidFill>
                  <a:srgbClr val="6B6B67"/>
                </a:solidFill>
              </a:defRPr>
            </a:lvl6pPr>
            <a:lvl7pPr>
              <a:defRPr sz="1200" b="0">
                <a:solidFill>
                  <a:srgbClr val="6B6B67"/>
                </a:solidFill>
              </a:defRPr>
            </a:lvl7pPr>
            <a:lvl8pPr>
              <a:defRPr sz="1200" b="0">
                <a:solidFill>
                  <a:srgbClr val="6B6B67"/>
                </a:solidFill>
              </a:defRPr>
            </a:lvl8pPr>
            <a:lvl9pPr>
              <a:defRPr sz="1200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6B67"/>
                </a:solidFill>
              </a:defRPr>
            </a:pPr>
            <a:r>
              <a:rPr sz="1200" b="0">
                <a:solidFill>
                  <a:srgbClr val="6B6B67"/>
                </a:solidFill>
              </a:rPr>
              <a:t>Website headers, exterior signage and printed communications.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6E101-1CA7-4BCB-81C8-9C393F8B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673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11111"/>
                </a:solidFill>
              </a:defRPr>
            </a:defPPr>
            <a:lvl1pPr>
              <a:defRPr sz="1275" b="1">
                <a:solidFill>
                  <a:srgbClr val="111111"/>
                </a:solidFill>
              </a:defRPr>
            </a:lvl1pPr>
            <a:lvl2pPr>
              <a:defRPr sz="1275" b="1">
                <a:solidFill>
                  <a:srgbClr val="111111"/>
                </a:solidFill>
              </a:defRPr>
            </a:lvl2pPr>
            <a:lvl3pPr>
              <a:defRPr sz="1275" b="1">
                <a:solidFill>
                  <a:srgbClr val="111111"/>
                </a:solidFill>
              </a:defRPr>
            </a:lvl3pPr>
            <a:lvl4pPr>
              <a:defRPr sz="1275" b="1">
                <a:solidFill>
                  <a:srgbClr val="111111"/>
                </a:solidFill>
              </a:defRPr>
            </a:lvl4pPr>
            <a:lvl5pPr>
              <a:defRPr sz="1275" b="1">
                <a:solidFill>
                  <a:srgbClr val="111111"/>
                </a:solidFill>
              </a:defRPr>
            </a:lvl5pPr>
            <a:lvl6pPr>
              <a:defRPr sz="1275" b="1">
                <a:solidFill>
                  <a:srgbClr val="111111"/>
                </a:solidFill>
              </a:defRPr>
            </a:lvl6pPr>
            <a:lvl7pPr>
              <a:defRPr sz="1275" b="1">
                <a:solidFill>
                  <a:srgbClr val="111111"/>
                </a:solidFill>
              </a:defRPr>
            </a:lvl7pPr>
            <a:lvl8pPr>
              <a:defRPr sz="1275" b="1">
                <a:solidFill>
                  <a:srgbClr val="111111"/>
                </a:solidFill>
              </a:defRPr>
            </a:lvl8pPr>
            <a:lvl9pPr>
              <a:defRPr sz="127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Why it works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52C04-A49F-4549-989D-70458302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911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6B67"/>
                </a:solidFill>
              </a:defRPr>
            </a:defPPr>
            <a:lvl1pPr>
              <a:defRPr sz="1200" b="0">
                <a:solidFill>
                  <a:srgbClr val="6B6B67"/>
                </a:solidFill>
              </a:defRPr>
            </a:lvl1pPr>
            <a:lvl2pPr>
              <a:defRPr sz="1200" b="0">
                <a:solidFill>
                  <a:srgbClr val="6B6B67"/>
                </a:solidFill>
              </a:defRPr>
            </a:lvl2pPr>
            <a:lvl3pPr>
              <a:defRPr sz="1200" b="0">
                <a:solidFill>
                  <a:srgbClr val="6B6B67"/>
                </a:solidFill>
              </a:defRPr>
            </a:lvl3pPr>
            <a:lvl4pPr>
              <a:defRPr sz="1200" b="0">
                <a:solidFill>
                  <a:srgbClr val="6B6B67"/>
                </a:solidFill>
              </a:defRPr>
            </a:lvl4pPr>
            <a:lvl5pPr>
              <a:defRPr sz="1200" b="0">
                <a:solidFill>
                  <a:srgbClr val="6B6B67"/>
                </a:solidFill>
              </a:defRPr>
            </a:lvl5pPr>
            <a:lvl6pPr>
              <a:defRPr sz="1200" b="0">
                <a:solidFill>
                  <a:srgbClr val="6B6B67"/>
                </a:solidFill>
              </a:defRPr>
            </a:lvl6pPr>
            <a:lvl7pPr>
              <a:defRPr sz="1200" b="0">
                <a:solidFill>
                  <a:srgbClr val="6B6B67"/>
                </a:solidFill>
              </a:defRPr>
            </a:lvl7pPr>
            <a:lvl8pPr>
              <a:defRPr sz="1200" b="0">
                <a:solidFill>
                  <a:srgbClr val="6B6B67"/>
                </a:solidFill>
              </a:defRPr>
            </a:lvl8pPr>
            <a:lvl9pPr>
              <a:defRPr sz="1200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6B67"/>
                </a:solidFill>
              </a:defRPr>
            </a:pPr>
            <a:r>
              <a:rPr sz="1200" b="0">
                <a:solidFill>
                  <a:srgbClr val="6B6B67"/>
                </a:solidFill>
              </a:rPr>
              <a:t>The symbol leads, the name stays easy to read and the full matchstick remains visible.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3838C-CFCB-443A-906C-13F1C2A7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00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B6B67"/>
                </a:solidFill>
              </a:defRPr>
            </a:defPPr>
            <a:lvl1pPr>
              <a:defRPr sz="825" b="1">
                <a:solidFill>
                  <a:srgbClr val="6B6B67"/>
                </a:solidFill>
              </a:defRPr>
            </a:lvl1pPr>
            <a:lvl2pPr>
              <a:defRPr sz="825" b="1">
                <a:solidFill>
                  <a:srgbClr val="6B6B67"/>
                </a:solidFill>
              </a:defRPr>
            </a:lvl2pPr>
            <a:lvl3pPr>
              <a:defRPr sz="825" b="1">
                <a:solidFill>
                  <a:srgbClr val="6B6B67"/>
                </a:solidFill>
              </a:defRPr>
            </a:lvl3pPr>
            <a:lvl4pPr>
              <a:defRPr sz="825" b="1">
                <a:solidFill>
                  <a:srgbClr val="6B6B67"/>
                </a:solidFill>
              </a:defRPr>
            </a:lvl4pPr>
            <a:lvl5pPr>
              <a:defRPr sz="825" b="1">
                <a:solidFill>
                  <a:srgbClr val="6B6B67"/>
                </a:solidFill>
              </a:defRPr>
            </a:lvl5pPr>
            <a:lvl6pPr>
              <a:defRPr sz="825" b="1">
                <a:solidFill>
                  <a:srgbClr val="6B6B67"/>
                </a:solidFill>
              </a:defRPr>
            </a:lvl6pPr>
            <a:lvl7pPr>
              <a:defRPr sz="825" b="1">
                <a:solidFill>
                  <a:srgbClr val="6B6B67"/>
                </a:solidFill>
              </a:defRPr>
            </a:lvl7pPr>
            <a:lvl8pPr>
              <a:defRPr sz="825" b="1">
                <a:solidFill>
                  <a:srgbClr val="6B6B67"/>
                </a:solidFill>
              </a:defRPr>
            </a:lvl8pPr>
            <a:lvl9pPr>
              <a:defRPr sz="825" b="1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B6B67"/>
                </a:solidFill>
              </a:defRPr>
            </a:pPr>
            <a:r>
              <a:rPr sz="825" b="1">
                <a:solidFill>
                  <a:srgbClr val="6B6B67"/>
                </a:solidFill>
              </a:rPr>
              <a:t>07 / 17</a:t>
            </a:r>
          </a:p>
        </p:txBody>
      </p:sp>
    </p:spTree>
    <p:extLst>
      <p:ext uri="{BB962C8B-B14F-4D97-AF65-F5344CB8AC3E}">
        <p14:creationId xmlns:p14="http://schemas.microsoft.com/office/powerpoint/2010/main" val="11983800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CF0E3-5B55-46EF-BFBE-03506624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1111"/>
                </a:solidFill>
              </a:defRPr>
            </a:defPPr>
            <a:lvl1pPr>
              <a:defRPr sz="2550" b="1">
                <a:solidFill>
                  <a:srgbClr val="111111"/>
                </a:solidFill>
              </a:defRPr>
            </a:lvl1pPr>
            <a:lvl2pPr>
              <a:defRPr sz="2550" b="1">
                <a:solidFill>
                  <a:srgbClr val="111111"/>
                </a:solidFill>
              </a:defRPr>
            </a:lvl2pPr>
            <a:lvl3pPr>
              <a:defRPr sz="2550" b="1">
                <a:solidFill>
                  <a:srgbClr val="111111"/>
                </a:solidFill>
              </a:defRPr>
            </a:lvl3pPr>
            <a:lvl4pPr>
              <a:defRPr sz="2550" b="1">
                <a:solidFill>
                  <a:srgbClr val="111111"/>
                </a:solidFill>
              </a:defRPr>
            </a:lvl4pPr>
            <a:lvl5pPr>
              <a:defRPr sz="2550" b="1">
                <a:solidFill>
                  <a:srgbClr val="111111"/>
                </a:solidFill>
              </a:defRPr>
            </a:lvl5pPr>
            <a:lvl6pPr>
              <a:defRPr sz="2550" b="1">
                <a:solidFill>
                  <a:srgbClr val="111111"/>
                </a:solidFill>
              </a:defRPr>
            </a:lvl6pPr>
            <a:lvl7pPr>
              <a:defRPr sz="2550" b="1">
                <a:solidFill>
                  <a:srgbClr val="111111"/>
                </a:solidFill>
              </a:defRPr>
            </a:lvl7pPr>
            <a:lvl8pPr>
              <a:defRPr sz="2550" b="1">
                <a:solidFill>
                  <a:srgbClr val="111111"/>
                </a:solidFill>
              </a:defRPr>
            </a:lvl8pPr>
            <a:lvl9pPr>
              <a:defRPr sz="25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Secondary stacked lockup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13A3A-F121-4475-A402-B6519033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B6B67"/>
                </a:solidFill>
              </a:defRPr>
            </a:defPPr>
            <a:lvl1pPr>
              <a:defRPr sz="1500" b="0">
                <a:solidFill>
                  <a:srgbClr val="6B6B67"/>
                </a:solidFill>
              </a:defRPr>
            </a:lvl1pPr>
            <a:lvl2pPr>
              <a:defRPr sz="1500" b="0">
                <a:solidFill>
                  <a:srgbClr val="6B6B67"/>
                </a:solidFill>
              </a:defRPr>
            </a:lvl2pPr>
            <a:lvl3pPr>
              <a:defRPr sz="1500" b="0">
                <a:solidFill>
                  <a:srgbClr val="6B6B67"/>
                </a:solidFill>
              </a:defRPr>
            </a:lvl3pPr>
            <a:lvl4pPr>
              <a:defRPr sz="1500" b="0">
                <a:solidFill>
                  <a:srgbClr val="6B6B67"/>
                </a:solidFill>
              </a:defRPr>
            </a:lvl4pPr>
            <a:lvl5pPr>
              <a:defRPr sz="1500" b="0">
                <a:solidFill>
                  <a:srgbClr val="6B6B67"/>
                </a:solidFill>
              </a:defRPr>
            </a:lvl5pPr>
            <a:lvl6pPr>
              <a:defRPr sz="1500" b="0">
                <a:solidFill>
                  <a:srgbClr val="6B6B67"/>
                </a:solidFill>
              </a:defRPr>
            </a:lvl6pPr>
            <a:lvl7pPr>
              <a:defRPr sz="1500" b="0">
                <a:solidFill>
                  <a:srgbClr val="6B6B67"/>
                </a:solidFill>
              </a:defRPr>
            </a:lvl7pPr>
            <a:lvl8pPr>
              <a:defRPr sz="1500" b="0">
                <a:solidFill>
                  <a:srgbClr val="6B6B67"/>
                </a:solidFill>
              </a:defRPr>
            </a:lvl8pPr>
            <a:lvl9pPr>
              <a:defRPr sz="1500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B6B67"/>
                </a:solidFill>
              </a:defRPr>
            </a:pPr>
            <a:r>
              <a:rPr sz="1500" b="0">
                <a:solidFill>
                  <a:srgbClr val="6B6B67"/>
                </a:solidFill>
              </a:rPr>
              <a:t>A centered option for narrow or compact compositions.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F9685-223F-4325-9199-60075437BD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1276e6e1a4eb0"/>
          <a:stretch xmlns:a="http://schemas.openxmlformats.org/drawingml/2006/main"/>
        </p:blipFill>
        <p:spPr>
          <a:xfrm xmlns:a="http://schemas.openxmlformats.org/drawingml/2006/main">
            <a:off x="1426684" y="1600200"/>
            <a:ext cx="3356932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36370-9402-4172-8BF6-1627DCC5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381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C90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2EF06-3143-4F28-80A5-34BDEAE0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14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11111"/>
                </a:solidFill>
              </a:defRPr>
            </a:defPPr>
            <a:lvl1pPr>
              <a:defRPr sz="1275" b="1">
                <a:solidFill>
                  <a:srgbClr val="111111"/>
                </a:solidFill>
              </a:defRPr>
            </a:lvl1pPr>
            <a:lvl2pPr>
              <a:defRPr sz="1275" b="1">
                <a:solidFill>
                  <a:srgbClr val="111111"/>
                </a:solidFill>
              </a:defRPr>
            </a:lvl2pPr>
            <a:lvl3pPr>
              <a:defRPr sz="1275" b="1">
                <a:solidFill>
                  <a:srgbClr val="111111"/>
                </a:solidFill>
              </a:defRPr>
            </a:lvl3pPr>
            <a:lvl4pPr>
              <a:defRPr sz="1275" b="1">
                <a:solidFill>
                  <a:srgbClr val="111111"/>
                </a:solidFill>
              </a:defRPr>
            </a:lvl4pPr>
            <a:lvl5pPr>
              <a:defRPr sz="1275" b="1">
                <a:solidFill>
                  <a:srgbClr val="111111"/>
                </a:solidFill>
              </a:defRPr>
            </a:lvl5pPr>
            <a:lvl6pPr>
              <a:defRPr sz="1275" b="1">
                <a:solidFill>
                  <a:srgbClr val="111111"/>
                </a:solidFill>
              </a:defRPr>
            </a:lvl6pPr>
            <a:lvl7pPr>
              <a:defRPr sz="1275" b="1">
                <a:solidFill>
                  <a:srgbClr val="111111"/>
                </a:solidFill>
              </a:defRPr>
            </a:lvl7pPr>
            <a:lvl8pPr>
              <a:defRPr sz="1275" b="1">
                <a:solidFill>
                  <a:srgbClr val="111111"/>
                </a:solidFill>
              </a:defRPr>
            </a:lvl8pPr>
            <a:lvl9pPr>
              <a:defRPr sz="127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Best fit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5EF50-0E8F-40BC-A16A-2DE07C3E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3840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6B67"/>
                </a:solidFill>
              </a:defRPr>
            </a:defPPr>
            <a:lvl1pPr>
              <a:defRPr sz="1200" b="0">
                <a:solidFill>
                  <a:srgbClr val="6B6B67"/>
                </a:solidFill>
              </a:defRPr>
            </a:lvl1pPr>
            <a:lvl2pPr>
              <a:defRPr sz="1200" b="0">
                <a:solidFill>
                  <a:srgbClr val="6B6B67"/>
                </a:solidFill>
              </a:defRPr>
            </a:lvl2pPr>
            <a:lvl3pPr>
              <a:defRPr sz="1200" b="0">
                <a:solidFill>
                  <a:srgbClr val="6B6B67"/>
                </a:solidFill>
              </a:defRPr>
            </a:lvl3pPr>
            <a:lvl4pPr>
              <a:defRPr sz="1200" b="0">
                <a:solidFill>
                  <a:srgbClr val="6B6B67"/>
                </a:solidFill>
              </a:defRPr>
            </a:lvl4pPr>
            <a:lvl5pPr>
              <a:defRPr sz="1200" b="0">
                <a:solidFill>
                  <a:srgbClr val="6B6B67"/>
                </a:solidFill>
              </a:defRPr>
            </a:lvl5pPr>
            <a:lvl6pPr>
              <a:defRPr sz="1200" b="0">
                <a:solidFill>
                  <a:srgbClr val="6B6B67"/>
                </a:solidFill>
              </a:defRPr>
            </a:lvl6pPr>
            <a:lvl7pPr>
              <a:defRPr sz="1200" b="0">
                <a:solidFill>
                  <a:srgbClr val="6B6B67"/>
                </a:solidFill>
              </a:defRPr>
            </a:lvl7pPr>
            <a:lvl8pPr>
              <a:defRPr sz="1200" b="0">
                <a:solidFill>
                  <a:srgbClr val="6B6B67"/>
                </a:solidFill>
              </a:defRPr>
            </a:lvl8pPr>
            <a:lvl9pPr>
              <a:defRPr sz="1200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6B67"/>
                </a:solidFill>
              </a:defRPr>
            </a:pPr>
            <a:r>
              <a:rPr sz="1200" b="0">
                <a:solidFill>
                  <a:srgbClr val="6B6B67"/>
                </a:solidFill>
              </a:rPr>
              <a:t>Square social graphics, program covers and stage screens.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ACEF8-E275-47E9-9D9C-F242B83D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86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11111"/>
                </a:solidFill>
              </a:defRPr>
            </a:defPPr>
            <a:lvl1pPr>
              <a:defRPr sz="1275" b="1">
                <a:solidFill>
                  <a:srgbClr val="111111"/>
                </a:solidFill>
              </a:defRPr>
            </a:lvl1pPr>
            <a:lvl2pPr>
              <a:defRPr sz="1275" b="1">
                <a:solidFill>
                  <a:srgbClr val="111111"/>
                </a:solidFill>
              </a:defRPr>
            </a:lvl2pPr>
            <a:lvl3pPr>
              <a:defRPr sz="1275" b="1">
                <a:solidFill>
                  <a:srgbClr val="111111"/>
                </a:solidFill>
              </a:defRPr>
            </a:lvl3pPr>
            <a:lvl4pPr>
              <a:defRPr sz="1275" b="1">
                <a:solidFill>
                  <a:srgbClr val="111111"/>
                </a:solidFill>
              </a:defRPr>
            </a:lvl4pPr>
            <a:lvl5pPr>
              <a:defRPr sz="1275" b="1">
                <a:solidFill>
                  <a:srgbClr val="111111"/>
                </a:solidFill>
              </a:defRPr>
            </a:lvl5pPr>
            <a:lvl6pPr>
              <a:defRPr sz="1275" b="1">
                <a:solidFill>
                  <a:srgbClr val="111111"/>
                </a:solidFill>
              </a:defRPr>
            </a:lvl6pPr>
            <a:lvl7pPr>
              <a:defRPr sz="1275" b="1">
                <a:solidFill>
                  <a:srgbClr val="111111"/>
                </a:solidFill>
              </a:defRPr>
            </a:lvl7pPr>
            <a:lvl8pPr>
              <a:defRPr sz="1275" b="1">
                <a:solidFill>
                  <a:srgbClr val="111111"/>
                </a:solidFill>
              </a:defRPr>
            </a:lvl8pPr>
            <a:lvl9pPr>
              <a:defRPr sz="127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Keep in mind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A8446-CF08-4CEB-BE08-F9235471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6B67"/>
                </a:solidFill>
              </a:defRPr>
            </a:defPPr>
            <a:lvl1pPr>
              <a:defRPr sz="1200" b="0">
                <a:solidFill>
                  <a:srgbClr val="6B6B67"/>
                </a:solidFill>
              </a:defRPr>
            </a:lvl1pPr>
            <a:lvl2pPr>
              <a:defRPr sz="1200" b="0">
                <a:solidFill>
                  <a:srgbClr val="6B6B67"/>
                </a:solidFill>
              </a:defRPr>
            </a:lvl2pPr>
            <a:lvl3pPr>
              <a:defRPr sz="1200" b="0">
                <a:solidFill>
                  <a:srgbClr val="6B6B67"/>
                </a:solidFill>
              </a:defRPr>
            </a:lvl3pPr>
            <a:lvl4pPr>
              <a:defRPr sz="1200" b="0">
                <a:solidFill>
                  <a:srgbClr val="6B6B67"/>
                </a:solidFill>
              </a:defRPr>
            </a:lvl4pPr>
            <a:lvl5pPr>
              <a:defRPr sz="1200" b="0">
                <a:solidFill>
                  <a:srgbClr val="6B6B67"/>
                </a:solidFill>
              </a:defRPr>
            </a:lvl5pPr>
            <a:lvl6pPr>
              <a:defRPr sz="1200" b="0">
                <a:solidFill>
                  <a:srgbClr val="6B6B67"/>
                </a:solidFill>
              </a:defRPr>
            </a:lvl6pPr>
            <a:lvl7pPr>
              <a:defRPr sz="1200" b="0">
                <a:solidFill>
                  <a:srgbClr val="6B6B67"/>
                </a:solidFill>
              </a:defRPr>
            </a:lvl7pPr>
            <a:lvl8pPr>
              <a:defRPr sz="1200" b="0">
                <a:solidFill>
                  <a:srgbClr val="6B6B67"/>
                </a:solidFill>
              </a:defRPr>
            </a:lvl8pPr>
            <a:lvl9pPr>
              <a:defRPr sz="1200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6B67"/>
                </a:solidFill>
              </a:defRPr>
            </a:pPr>
            <a:r>
              <a:rPr sz="1200" b="0">
                <a:solidFill>
                  <a:srgbClr val="6B6B67"/>
                </a:solidFill>
              </a:rPr>
              <a:t>Protect the space around the flame and never shorten the matchstick shaft.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B7C1C-17B9-4B22-B6EC-5B912DB7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5775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11111"/>
                </a:solidFill>
              </a:defRPr>
            </a:defPPr>
            <a:lvl1pPr>
              <a:defRPr sz="1350" b="1">
                <a:solidFill>
                  <a:srgbClr val="111111"/>
                </a:solidFill>
              </a:defRPr>
            </a:lvl1pPr>
            <a:lvl2pPr>
              <a:defRPr sz="1350" b="1">
                <a:solidFill>
                  <a:srgbClr val="111111"/>
                </a:solidFill>
              </a:defRPr>
            </a:lvl2pPr>
            <a:lvl3pPr>
              <a:defRPr sz="1350" b="1">
                <a:solidFill>
                  <a:srgbClr val="111111"/>
                </a:solidFill>
              </a:defRPr>
            </a:lvl3pPr>
            <a:lvl4pPr>
              <a:defRPr sz="1350" b="1">
                <a:solidFill>
                  <a:srgbClr val="111111"/>
                </a:solidFill>
              </a:defRPr>
            </a:lvl4pPr>
            <a:lvl5pPr>
              <a:defRPr sz="1350" b="1">
                <a:solidFill>
                  <a:srgbClr val="111111"/>
                </a:solidFill>
              </a:defRPr>
            </a:lvl5pPr>
            <a:lvl6pPr>
              <a:defRPr sz="1350" b="1">
                <a:solidFill>
                  <a:srgbClr val="111111"/>
                </a:solidFill>
              </a:defRPr>
            </a:lvl6pPr>
            <a:lvl7pPr>
              <a:defRPr sz="1350" b="1">
                <a:solidFill>
                  <a:srgbClr val="111111"/>
                </a:solidFill>
              </a:defRPr>
            </a:lvl7pPr>
            <a:lvl8pPr>
              <a:defRPr sz="1350" b="1">
                <a:solidFill>
                  <a:srgbClr val="111111"/>
                </a:solidFill>
              </a:defRPr>
            </a:lvl8pPr>
            <a:lvl9pPr>
              <a:defRPr sz="13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The centered structure feels balanced while the angled shaft keeps the mark active.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783D9-67E7-48E3-BC97-88107246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00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B6B67"/>
                </a:solidFill>
              </a:defRPr>
            </a:defPPr>
            <a:lvl1pPr>
              <a:defRPr sz="825" b="1">
                <a:solidFill>
                  <a:srgbClr val="6B6B67"/>
                </a:solidFill>
              </a:defRPr>
            </a:lvl1pPr>
            <a:lvl2pPr>
              <a:defRPr sz="825" b="1">
                <a:solidFill>
                  <a:srgbClr val="6B6B67"/>
                </a:solidFill>
              </a:defRPr>
            </a:lvl2pPr>
            <a:lvl3pPr>
              <a:defRPr sz="825" b="1">
                <a:solidFill>
                  <a:srgbClr val="6B6B67"/>
                </a:solidFill>
              </a:defRPr>
            </a:lvl3pPr>
            <a:lvl4pPr>
              <a:defRPr sz="825" b="1">
                <a:solidFill>
                  <a:srgbClr val="6B6B67"/>
                </a:solidFill>
              </a:defRPr>
            </a:lvl4pPr>
            <a:lvl5pPr>
              <a:defRPr sz="825" b="1">
                <a:solidFill>
                  <a:srgbClr val="6B6B67"/>
                </a:solidFill>
              </a:defRPr>
            </a:lvl5pPr>
            <a:lvl6pPr>
              <a:defRPr sz="825" b="1">
                <a:solidFill>
                  <a:srgbClr val="6B6B67"/>
                </a:solidFill>
              </a:defRPr>
            </a:lvl6pPr>
            <a:lvl7pPr>
              <a:defRPr sz="825" b="1">
                <a:solidFill>
                  <a:srgbClr val="6B6B67"/>
                </a:solidFill>
              </a:defRPr>
            </a:lvl7pPr>
            <a:lvl8pPr>
              <a:defRPr sz="825" b="1">
                <a:solidFill>
                  <a:srgbClr val="6B6B67"/>
                </a:solidFill>
              </a:defRPr>
            </a:lvl8pPr>
            <a:lvl9pPr>
              <a:defRPr sz="825" b="1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B6B67"/>
                </a:solidFill>
              </a:defRPr>
            </a:pPr>
            <a:r>
              <a:rPr sz="825" b="1">
                <a:solidFill>
                  <a:srgbClr val="6B6B67"/>
                </a:solidFill>
              </a:rPr>
              <a:t>08 / 17</a:t>
            </a:r>
          </a:p>
        </p:txBody>
      </p:sp>
    </p:spTree>
    <p:extLst>
      <p:ext uri="{BB962C8B-B14F-4D97-AF65-F5344CB8AC3E}">
        <p14:creationId xmlns:p14="http://schemas.microsoft.com/office/powerpoint/2010/main" val="15471120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F3C4A5-9839-4286-A843-2D249DE5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FFFFF"/>
                </a:solidFill>
              </a:defRPr>
            </a:defPPr>
            <a:lvl1pPr>
              <a:defRPr sz="2550" b="1">
                <a:solidFill>
                  <a:srgbClr val="FFFFFF"/>
                </a:solidFill>
              </a:defRPr>
            </a:lvl1pPr>
            <a:lvl2pPr>
              <a:defRPr sz="2550" b="1">
                <a:solidFill>
                  <a:srgbClr val="FFFFFF"/>
                </a:solidFill>
              </a:defRPr>
            </a:lvl2pPr>
            <a:lvl3pPr>
              <a:defRPr sz="2550" b="1">
                <a:solidFill>
                  <a:srgbClr val="FFFFFF"/>
                </a:solidFill>
              </a:defRPr>
            </a:lvl3pPr>
            <a:lvl4pPr>
              <a:defRPr sz="2550" b="1">
                <a:solidFill>
                  <a:srgbClr val="FFFFFF"/>
                </a:solidFill>
              </a:defRPr>
            </a:lvl4pPr>
            <a:lvl5pPr>
              <a:defRPr sz="2550" b="1">
                <a:solidFill>
                  <a:srgbClr val="FFFFFF"/>
                </a:solidFill>
              </a:defRPr>
            </a:lvl5pPr>
            <a:lvl6pPr>
              <a:defRPr sz="2550" b="1">
                <a:solidFill>
                  <a:srgbClr val="FFFFFF"/>
                </a:solidFill>
              </a:defRPr>
            </a:lvl6pPr>
            <a:lvl7pPr>
              <a:defRPr sz="2550" b="1">
                <a:solidFill>
                  <a:srgbClr val="FFFFFF"/>
                </a:solidFill>
              </a:defRPr>
            </a:lvl7pPr>
            <a:lvl8pPr>
              <a:defRPr sz="2550" b="1">
                <a:solidFill>
                  <a:srgbClr val="FFFFFF"/>
                </a:solidFill>
              </a:defRPr>
            </a:lvl8pPr>
            <a:lvl9pPr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One-color artwork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B3D6D-B3CC-45B0-A2FB-3CBF5A12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8C8C2"/>
                </a:solidFill>
              </a:defRPr>
            </a:defPPr>
            <a:lvl1pPr>
              <a:defRPr sz="1500" b="0">
                <a:solidFill>
                  <a:srgbClr val="C8C8C2"/>
                </a:solidFill>
              </a:defRPr>
            </a:lvl1pPr>
            <a:lvl2pPr>
              <a:defRPr sz="1500" b="0">
                <a:solidFill>
                  <a:srgbClr val="C8C8C2"/>
                </a:solidFill>
              </a:defRPr>
            </a:lvl2pPr>
            <a:lvl3pPr>
              <a:defRPr sz="1500" b="0">
                <a:solidFill>
                  <a:srgbClr val="C8C8C2"/>
                </a:solidFill>
              </a:defRPr>
            </a:lvl3pPr>
            <a:lvl4pPr>
              <a:defRPr sz="1500" b="0">
                <a:solidFill>
                  <a:srgbClr val="C8C8C2"/>
                </a:solidFill>
              </a:defRPr>
            </a:lvl4pPr>
            <a:lvl5pPr>
              <a:defRPr sz="1500" b="0">
                <a:solidFill>
                  <a:srgbClr val="C8C8C2"/>
                </a:solidFill>
              </a:defRPr>
            </a:lvl5pPr>
            <a:lvl6pPr>
              <a:defRPr sz="1500" b="0">
                <a:solidFill>
                  <a:srgbClr val="C8C8C2"/>
                </a:solidFill>
              </a:defRPr>
            </a:lvl6pPr>
            <a:lvl7pPr>
              <a:defRPr sz="1500" b="0">
                <a:solidFill>
                  <a:srgbClr val="C8C8C2"/>
                </a:solidFill>
              </a:defRPr>
            </a:lvl7pPr>
            <a:lvl8pPr>
              <a:defRPr sz="1500" b="0">
                <a:solidFill>
                  <a:srgbClr val="C8C8C2"/>
                </a:solidFill>
              </a:defRPr>
            </a:lvl8pPr>
            <a:lvl9pPr>
              <a:defRPr sz="1500" b="0">
                <a:solidFill>
                  <a:srgbClr val="C8C8C2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8C8C2"/>
                </a:solidFill>
              </a:defRPr>
            </a:pPr>
            <a:r>
              <a:rPr sz="1500" b="0">
                <a:solidFill>
                  <a:srgbClr val="C8C8C2"/>
                </a:solidFill>
              </a:rPr>
              <a:t>The silhouette must survive when color is unavailable.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DF4EA-97DE-42B3-97A7-DF3C225799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e004b5bd44666"/>
          <a:stretch xmlns:a="http://schemas.openxmlformats.org/drawingml/2006/main"/>
        </p:blipFill>
        <p:spPr>
          <a:xfrm xmlns:a="http://schemas.openxmlformats.org/drawingml/2006/main">
            <a:off x="3479242" y="1809750"/>
            <a:ext cx="5233516" cy="2381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20E11-164E-41AA-A683-EACC7812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54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8B1EF-83A8-4172-8E1C-0360C829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Production uses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EBFDA-4F31-4FA7-B182-08423E01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D9D8D3"/>
                </a:solidFill>
              </a:defRPr>
            </a:defPPr>
            <a:lvl1pPr>
              <a:defRPr sz="1200" b="0">
                <a:solidFill>
                  <a:srgbClr val="D9D8D3"/>
                </a:solidFill>
              </a:defRPr>
            </a:lvl1pPr>
            <a:lvl2pPr>
              <a:defRPr sz="1200" b="0">
                <a:solidFill>
                  <a:srgbClr val="D9D8D3"/>
                </a:solidFill>
              </a:defRPr>
            </a:lvl2pPr>
            <a:lvl3pPr>
              <a:defRPr sz="1200" b="0">
                <a:solidFill>
                  <a:srgbClr val="D9D8D3"/>
                </a:solidFill>
              </a:defRPr>
            </a:lvl3pPr>
            <a:lvl4pPr>
              <a:defRPr sz="1200" b="0">
                <a:solidFill>
                  <a:srgbClr val="D9D8D3"/>
                </a:solidFill>
              </a:defRPr>
            </a:lvl4pPr>
            <a:lvl5pPr>
              <a:defRPr sz="1200" b="0">
                <a:solidFill>
                  <a:srgbClr val="D9D8D3"/>
                </a:solidFill>
              </a:defRPr>
            </a:lvl5pPr>
            <a:lvl6pPr>
              <a:defRPr sz="1200" b="0">
                <a:solidFill>
                  <a:srgbClr val="D9D8D3"/>
                </a:solidFill>
              </a:defRPr>
            </a:lvl6pPr>
            <a:lvl7pPr>
              <a:defRPr sz="1200" b="0">
                <a:solidFill>
                  <a:srgbClr val="D9D8D3"/>
                </a:solidFill>
              </a:defRPr>
            </a:lvl7pPr>
            <a:lvl8pPr>
              <a:defRPr sz="1200" b="0">
                <a:solidFill>
                  <a:srgbClr val="D9D8D3"/>
                </a:solidFill>
              </a:defRPr>
            </a:lvl8pPr>
            <a:lvl9pPr>
              <a:defRPr sz="1200" b="0">
                <a:solidFill>
                  <a:srgbClr val="D9D8D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D9D8D3"/>
                </a:solidFill>
              </a:defRPr>
            </a:pPr>
            <a:r>
              <a:rPr sz="1200" b="0">
                <a:solidFill>
                  <a:srgbClr val="D9D8D3"/>
                </a:solidFill>
              </a:rPr>
              <a:t>Embossing, engraving, vinyl, screen printing and photocopying.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35BF2-5095-4376-BF42-978D87AE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4825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AABFC-551A-4172-A4E5-B5A35E14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7210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D9D8D3"/>
                </a:solidFill>
              </a:defRPr>
            </a:defPPr>
            <a:lvl1pPr>
              <a:defRPr sz="1200" b="0">
                <a:solidFill>
                  <a:srgbClr val="D9D8D3"/>
                </a:solidFill>
              </a:defRPr>
            </a:lvl1pPr>
            <a:lvl2pPr>
              <a:defRPr sz="1200" b="0">
                <a:solidFill>
                  <a:srgbClr val="D9D8D3"/>
                </a:solidFill>
              </a:defRPr>
            </a:lvl2pPr>
            <a:lvl3pPr>
              <a:defRPr sz="1200" b="0">
                <a:solidFill>
                  <a:srgbClr val="D9D8D3"/>
                </a:solidFill>
              </a:defRPr>
            </a:lvl3pPr>
            <a:lvl4pPr>
              <a:defRPr sz="1200" b="0">
                <a:solidFill>
                  <a:srgbClr val="D9D8D3"/>
                </a:solidFill>
              </a:defRPr>
            </a:lvl4pPr>
            <a:lvl5pPr>
              <a:defRPr sz="1200" b="0">
                <a:solidFill>
                  <a:srgbClr val="D9D8D3"/>
                </a:solidFill>
              </a:defRPr>
            </a:lvl5pPr>
            <a:lvl6pPr>
              <a:defRPr sz="1200" b="0">
                <a:solidFill>
                  <a:srgbClr val="D9D8D3"/>
                </a:solidFill>
              </a:defRPr>
            </a:lvl6pPr>
            <a:lvl7pPr>
              <a:defRPr sz="1200" b="0">
                <a:solidFill>
                  <a:srgbClr val="D9D8D3"/>
                </a:solidFill>
              </a:defRPr>
            </a:lvl7pPr>
            <a:lvl8pPr>
              <a:defRPr sz="1200" b="0">
                <a:solidFill>
                  <a:srgbClr val="D9D8D3"/>
                </a:solidFill>
              </a:defRPr>
            </a:lvl8pPr>
            <a:lvl9pPr>
              <a:defRPr sz="1200" b="0">
                <a:solidFill>
                  <a:srgbClr val="D9D8D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D9D8D3"/>
                </a:solidFill>
              </a:defRPr>
            </a:pPr>
            <a:r>
              <a:rPr sz="1200" b="0">
                <a:solidFill>
                  <a:srgbClr val="D9D8D3"/>
                </a:solidFill>
              </a:rPr>
              <a:t>Reliable one-color artwork lowers production risk and gives every vendor the same clear source.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EB09B-06CF-4DE5-96D4-9672E8EE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00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C8C8C2"/>
                </a:solidFill>
              </a:defRPr>
            </a:defPPr>
            <a:lvl1pPr>
              <a:defRPr sz="825" b="1">
                <a:solidFill>
                  <a:srgbClr val="C8C8C2"/>
                </a:solidFill>
              </a:defRPr>
            </a:lvl1pPr>
            <a:lvl2pPr>
              <a:defRPr sz="825" b="1">
                <a:solidFill>
                  <a:srgbClr val="C8C8C2"/>
                </a:solidFill>
              </a:defRPr>
            </a:lvl2pPr>
            <a:lvl3pPr>
              <a:defRPr sz="825" b="1">
                <a:solidFill>
                  <a:srgbClr val="C8C8C2"/>
                </a:solidFill>
              </a:defRPr>
            </a:lvl3pPr>
            <a:lvl4pPr>
              <a:defRPr sz="825" b="1">
                <a:solidFill>
                  <a:srgbClr val="C8C8C2"/>
                </a:solidFill>
              </a:defRPr>
            </a:lvl4pPr>
            <a:lvl5pPr>
              <a:defRPr sz="825" b="1">
                <a:solidFill>
                  <a:srgbClr val="C8C8C2"/>
                </a:solidFill>
              </a:defRPr>
            </a:lvl5pPr>
            <a:lvl6pPr>
              <a:defRPr sz="825" b="1">
                <a:solidFill>
                  <a:srgbClr val="C8C8C2"/>
                </a:solidFill>
              </a:defRPr>
            </a:lvl6pPr>
            <a:lvl7pPr>
              <a:defRPr sz="825" b="1">
                <a:solidFill>
                  <a:srgbClr val="C8C8C2"/>
                </a:solidFill>
              </a:defRPr>
            </a:lvl7pPr>
            <a:lvl8pPr>
              <a:defRPr sz="825" b="1">
                <a:solidFill>
                  <a:srgbClr val="C8C8C2"/>
                </a:solidFill>
              </a:defRPr>
            </a:lvl8pPr>
            <a:lvl9pPr>
              <a:defRPr sz="825" b="1">
                <a:solidFill>
                  <a:srgbClr val="C8C8C2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C8C8C2"/>
                </a:solidFill>
              </a:defRPr>
            </a:pPr>
            <a:r>
              <a:rPr sz="825" b="1">
                <a:solidFill>
                  <a:srgbClr val="C8C8C2"/>
                </a:solidFill>
              </a:rPr>
              <a:t>09 / 17</a:t>
            </a:r>
          </a:p>
        </p:txBody>
      </p:sp>
    </p:spTree>
    <p:extLst>
      <p:ext uri="{BB962C8B-B14F-4D97-AF65-F5344CB8AC3E}">
        <p14:creationId xmlns:p14="http://schemas.microsoft.com/office/powerpoint/2010/main" val="17747051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4B1C58-A65C-4EA5-8D22-DF16BF48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FFFFF"/>
                </a:solidFill>
              </a:defRPr>
            </a:defPPr>
            <a:lvl1pPr>
              <a:defRPr sz="2550" b="1">
                <a:solidFill>
                  <a:srgbClr val="FFFFFF"/>
                </a:solidFill>
              </a:defRPr>
            </a:lvl1pPr>
            <a:lvl2pPr>
              <a:defRPr sz="2550" b="1">
                <a:solidFill>
                  <a:srgbClr val="FFFFFF"/>
                </a:solidFill>
              </a:defRPr>
            </a:lvl2pPr>
            <a:lvl3pPr>
              <a:defRPr sz="2550" b="1">
                <a:solidFill>
                  <a:srgbClr val="FFFFFF"/>
                </a:solidFill>
              </a:defRPr>
            </a:lvl3pPr>
            <a:lvl4pPr>
              <a:defRPr sz="2550" b="1">
                <a:solidFill>
                  <a:srgbClr val="FFFFFF"/>
                </a:solidFill>
              </a:defRPr>
            </a:lvl4pPr>
            <a:lvl5pPr>
              <a:defRPr sz="2550" b="1">
                <a:solidFill>
                  <a:srgbClr val="FFFFFF"/>
                </a:solidFill>
              </a:defRPr>
            </a:lvl5pPr>
            <a:lvl6pPr>
              <a:defRPr sz="2550" b="1">
                <a:solidFill>
                  <a:srgbClr val="FFFFFF"/>
                </a:solidFill>
              </a:defRPr>
            </a:lvl6pPr>
            <a:lvl7pPr>
              <a:defRPr sz="2550" b="1">
                <a:solidFill>
                  <a:srgbClr val="FFFFFF"/>
                </a:solidFill>
              </a:defRPr>
            </a:lvl7pPr>
            <a:lvl8pPr>
              <a:defRPr sz="2550" b="1">
                <a:solidFill>
                  <a:srgbClr val="FFFFFF"/>
                </a:solidFill>
              </a:defRPr>
            </a:lvl8pPr>
            <a:lvl9pPr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Proof at every size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DB679-9C89-430B-A82E-C2EFE563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8C8C2"/>
                </a:solidFill>
              </a:defRPr>
            </a:defPPr>
            <a:lvl1pPr>
              <a:defRPr sz="1500" b="0">
                <a:solidFill>
                  <a:srgbClr val="C8C8C2"/>
                </a:solidFill>
              </a:defRPr>
            </a:lvl1pPr>
            <a:lvl2pPr>
              <a:defRPr sz="1500" b="0">
                <a:solidFill>
                  <a:srgbClr val="C8C8C2"/>
                </a:solidFill>
              </a:defRPr>
            </a:lvl2pPr>
            <a:lvl3pPr>
              <a:defRPr sz="1500" b="0">
                <a:solidFill>
                  <a:srgbClr val="C8C8C2"/>
                </a:solidFill>
              </a:defRPr>
            </a:lvl3pPr>
            <a:lvl4pPr>
              <a:defRPr sz="1500" b="0">
                <a:solidFill>
                  <a:srgbClr val="C8C8C2"/>
                </a:solidFill>
              </a:defRPr>
            </a:lvl4pPr>
            <a:lvl5pPr>
              <a:defRPr sz="1500" b="0">
                <a:solidFill>
                  <a:srgbClr val="C8C8C2"/>
                </a:solidFill>
              </a:defRPr>
            </a:lvl5pPr>
            <a:lvl6pPr>
              <a:defRPr sz="1500" b="0">
                <a:solidFill>
                  <a:srgbClr val="C8C8C2"/>
                </a:solidFill>
              </a:defRPr>
            </a:lvl6pPr>
            <a:lvl7pPr>
              <a:defRPr sz="1500" b="0">
                <a:solidFill>
                  <a:srgbClr val="C8C8C2"/>
                </a:solidFill>
              </a:defRPr>
            </a:lvl7pPr>
            <a:lvl8pPr>
              <a:defRPr sz="1500" b="0">
                <a:solidFill>
                  <a:srgbClr val="C8C8C2"/>
                </a:solidFill>
              </a:defRPr>
            </a:lvl8pPr>
            <a:lvl9pPr>
              <a:defRPr sz="1500" b="0">
                <a:solidFill>
                  <a:srgbClr val="C8C8C2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8C8C2"/>
                </a:solidFill>
              </a:defRPr>
            </a:pPr>
            <a:r>
              <a:rPr sz="1500" b="0">
                <a:solidFill>
                  <a:srgbClr val="C8C8C2"/>
                </a:solidFill>
              </a:rPr>
              <a:t>A durable mark keeps its silhouette when detail and space disappear.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22F1B-D07E-48E4-9FA2-CB965FEE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2724150" cy="2724150"/>
          </a:xfrm>
          <a:prstGeom xmlns:a="http://schemas.openxmlformats.org/drawingml/2006/main" prst="roundRect">
            <a:avLst>
              <a:gd name="adj" fmla="val 4196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AB7EA-24D7-4A05-B5F7-00E3F265FF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07e4072014036"/>
          <a:stretch xmlns:a="http://schemas.openxmlformats.org/drawingml/2006/main"/>
        </p:blipFill>
        <p:spPr>
          <a:xfrm xmlns:a="http://schemas.openxmlformats.org/drawingml/2006/main">
            <a:off x="1085850" y="2190750"/>
            <a:ext cx="2381250" cy="238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4A2C7-D384-4B44-9F7A-7029B736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App icon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CB48F-AF2C-4357-B6A6-4E32C19D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8C8C2"/>
                </a:solidFill>
              </a:defRPr>
            </a:defPPr>
            <a:lvl1pPr>
              <a:defRPr sz="1200" b="0">
                <a:solidFill>
                  <a:srgbClr val="C8C8C2"/>
                </a:solidFill>
              </a:defRPr>
            </a:lvl1pPr>
            <a:lvl2pPr>
              <a:defRPr sz="1200" b="0">
                <a:solidFill>
                  <a:srgbClr val="C8C8C2"/>
                </a:solidFill>
              </a:defRPr>
            </a:lvl2pPr>
            <a:lvl3pPr>
              <a:defRPr sz="1200" b="0">
                <a:solidFill>
                  <a:srgbClr val="C8C8C2"/>
                </a:solidFill>
              </a:defRPr>
            </a:lvl3pPr>
            <a:lvl4pPr>
              <a:defRPr sz="1200" b="0">
                <a:solidFill>
                  <a:srgbClr val="C8C8C2"/>
                </a:solidFill>
              </a:defRPr>
            </a:lvl4pPr>
            <a:lvl5pPr>
              <a:defRPr sz="1200" b="0">
                <a:solidFill>
                  <a:srgbClr val="C8C8C2"/>
                </a:solidFill>
              </a:defRPr>
            </a:lvl5pPr>
            <a:lvl6pPr>
              <a:defRPr sz="1200" b="0">
                <a:solidFill>
                  <a:srgbClr val="C8C8C2"/>
                </a:solidFill>
              </a:defRPr>
            </a:lvl6pPr>
            <a:lvl7pPr>
              <a:defRPr sz="1200" b="0">
                <a:solidFill>
                  <a:srgbClr val="C8C8C2"/>
                </a:solidFill>
              </a:defRPr>
            </a:lvl7pPr>
            <a:lvl8pPr>
              <a:defRPr sz="1200" b="0">
                <a:solidFill>
                  <a:srgbClr val="C8C8C2"/>
                </a:solidFill>
              </a:defRPr>
            </a:lvl8pPr>
            <a:lvl9pPr>
              <a:defRPr sz="1200" b="0">
                <a:solidFill>
                  <a:srgbClr val="C8C8C2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8C8C2"/>
                </a:solidFill>
              </a:defRPr>
            </a:pPr>
            <a:r>
              <a:rPr sz="1200" b="0">
                <a:solidFill>
                  <a:srgbClr val="C8C8C2"/>
                </a:solidFill>
              </a:rPr>
              <a:t>The silhouette remains clear inside a square field.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53E27-83EB-45A9-AADD-93F6640B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39476-6605-47D3-B7CA-E5F6E2CC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241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7E386-FF3B-4668-A5B4-8432A517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241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4FB5D7-E3C4-458C-95E0-DF44D3FD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622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2B663-EBDA-4763-8C5A-4F36E8B3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384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C94CE-939C-4642-A16E-D9396A3C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146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85068-F7C5-4C41-8467-4063CE06F4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932693f414f26"/>
          <a:stretch xmlns:a="http://schemas.openxmlformats.org/drawingml/2006/main"/>
        </p:blipFill>
        <p:spPr>
          <a:xfrm xmlns:a="http://schemas.openxmlformats.org/drawingml/2006/main">
            <a:off x="6267450" y="2876550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3B938-6FFE-41CD-B03C-10B95D7E4E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7c29db83b84db0"/>
          <a:stretch xmlns:a="http://schemas.openxmlformats.org/drawingml/2006/main"/>
        </p:blipFill>
        <p:spPr>
          <a:xfrm xmlns:a="http://schemas.openxmlformats.org/drawingml/2006/main">
            <a:off x="7677150" y="2952750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019E6-F55D-4F9D-AEBF-2E758A6D72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beef528cd4119"/>
          <a:stretch xmlns:a="http://schemas.openxmlformats.org/drawingml/2006/main"/>
        </p:blipFill>
        <p:spPr>
          <a:xfrm xmlns:a="http://schemas.openxmlformats.org/drawingml/2006/main">
            <a:off x="9029700" y="30289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2F1A04-17FB-4B9E-8A6E-8B50ED1D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338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54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3163CF-B31D-4647-A8BA-3AEF4C23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57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Small size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B8CF22-7399-4B45-A5FB-90B06DF0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576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8C8C2"/>
                </a:solidFill>
              </a:defRPr>
            </a:defPPr>
            <a:lvl1pPr>
              <a:defRPr sz="1275" b="0">
                <a:solidFill>
                  <a:srgbClr val="C8C8C2"/>
                </a:solidFill>
              </a:defRPr>
            </a:lvl1pPr>
            <a:lvl2pPr>
              <a:defRPr sz="1275" b="0">
                <a:solidFill>
                  <a:srgbClr val="C8C8C2"/>
                </a:solidFill>
              </a:defRPr>
            </a:lvl2pPr>
            <a:lvl3pPr>
              <a:defRPr sz="1275" b="0">
                <a:solidFill>
                  <a:srgbClr val="C8C8C2"/>
                </a:solidFill>
              </a:defRPr>
            </a:lvl3pPr>
            <a:lvl4pPr>
              <a:defRPr sz="1275" b="0">
                <a:solidFill>
                  <a:srgbClr val="C8C8C2"/>
                </a:solidFill>
              </a:defRPr>
            </a:lvl4pPr>
            <a:lvl5pPr>
              <a:defRPr sz="1275" b="0">
                <a:solidFill>
                  <a:srgbClr val="C8C8C2"/>
                </a:solidFill>
              </a:defRPr>
            </a:lvl5pPr>
            <a:lvl6pPr>
              <a:defRPr sz="1275" b="0">
                <a:solidFill>
                  <a:srgbClr val="C8C8C2"/>
                </a:solidFill>
              </a:defRPr>
            </a:lvl6pPr>
            <a:lvl7pPr>
              <a:defRPr sz="1275" b="0">
                <a:solidFill>
                  <a:srgbClr val="C8C8C2"/>
                </a:solidFill>
              </a:defRPr>
            </a:lvl7pPr>
            <a:lvl8pPr>
              <a:defRPr sz="1275" b="0">
                <a:solidFill>
                  <a:srgbClr val="C8C8C2"/>
                </a:solidFill>
              </a:defRPr>
            </a:lvl8pPr>
            <a:lvl9pPr>
              <a:defRPr sz="1275" b="0">
                <a:solidFill>
                  <a:srgbClr val="C8C8C2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8C8C2"/>
                </a:solidFill>
              </a:defRPr>
            </a:pPr>
            <a:r>
              <a:rPr sz="1275" b="0">
                <a:solidFill>
                  <a:srgbClr val="C8C8C2"/>
                </a:solidFill>
              </a:rPr>
              <a:t>The flame remains recognizable at favicon scale.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56E534-C65D-4740-B7BA-5BDF4C98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81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One colour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075C6D-7615-46F0-8DC3-D99A63FB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815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8C8C2"/>
                </a:solidFill>
              </a:defRPr>
            </a:defPPr>
            <a:lvl1pPr>
              <a:defRPr sz="1275" b="0">
                <a:solidFill>
                  <a:srgbClr val="C8C8C2"/>
                </a:solidFill>
              </a:defRPr>
            </a:lvl1pPr>
            <a:lvl2pPr>
              <a:defRPr sz="1275" b="0">
                <a:solidFill>
                  <a:srgbClr val="C8C8C2"/>
                </a:solidFill>
              </a:defRPr>
            </a:lvl2pPr>
            <a:lvl3pPr>
              <a:defRPr sz="1275" b="0">
                <a:solidFill>
                  <a:srgbClr val="C8C8C2"/>
                </a:solidFill>
              </a:defRPr>
            </a:lvl3pPr>
            <a:lvl4pPr>
              <a:defRPr sz="1275" b="0">
                <a:solidFill>
                  <a:srgbClr val="C8C8C2"/>
                </a:solidFill>
              </a:defRPr>
            </a:lvl4pPr>
            <a:lvl5pPr>
              <a:defRPr sz="1275" b="0">
                <a:solidFill>
                  <a:srgbClr val="C8C8C2"/>
                </a:solidFill>
              </a:defRPr>
            </a:lvl5pPr>
            <a:lvl6pPr>
              <a:defRPr sz="1275" b="0">
                <a:solidFill>
                  <a:srgbClr val="C8C8C2"/>
                </a:solidFill>
              </a:defRPr>
            </a:lvl6pPr>
            <a:lvl7pPr>
              <a:defRPr sz="1275" b="0">
                <a:solidFill>
                  <a:srgbClr val="C8C8C2"/>
                </a:solidFill>
              </a:defRPr>
            </a:lvl7pPr>
            <a:lvl8pPr>
              <a:defRPr sz="1275" b="0">
                <a:solidFill>
                  <a:srgbClr val="C8C8C2"/>
                </a:solidFill>
              </a:defRPr>
            </a:lvl8pPr>
            <a:lvl9pPr>
              <a:defRPr sz="1275" b="0">
                <a:solidFill>
                  <a:srgbClr val="C8C8C2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8C8C2"/>
                </a:solidFill>
              </a:defRPr>
            </a:pPr>
            <a:r>
              <a:rPr sz="1275" b="0">
                <a:solidFill>
                  <a:srgbClr val="C8C8C2"/>
                </a:solidFill>
              </a:rPr>
              <a:t>The core silhouette survives production constraints.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DD4FDA-12B4-4C8A-B6F2-DC4D02E2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505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Contrast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1765EE-D3D4-489D-94E3-BB59707A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054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8C8C2"/>
                </a:solidFill>
              </a:defRPr>
            </a:defPPr>
            <a:lvl1pPr>
              <a:defRPr sz="1275" b="0">
                <a:solidFill>
                  <a:srgbClr val="C8C8C2"/>
                </a:solidFill>
              </a:defRPr>
            </a:lvl1pPr>
            <a:lvl2pPr>
              <a:defRPr sz="1275" b="0">
                <a:solidFill>
                  <a:srgbClr val="C8C8C2"/>
                </a:solidFill>
              </a:defRPr>
            </a:lvl2pPr>
            <a:lvl3pPr>
              <a:defRPr sz="1275" b="0">
                <a:solidFill>
                  <a:srgbClr val="C8C8C2"/>
                </a:solidFill>
              </a:defRPr>
            </a:lvl3pPr>
            <a:lvl4pPr>
              <a:defRPr sz="1275" b="0">
                <a:solidFill>
                  <a:srgbClr val="C8C8C2"/>
                </a:solidFill>
              </a:defRPr>
            </a:lvl4pPr>
            <a:lvl5pPr>
              <a:defRPr sz="1275" b="0">
                <a:solidFill>
                  <a:srgbClr val="C8C8C2"/>
                </a:solidFill>
              </a:defRPr>
            </a:lvl5pPr>
            <a:lvl6pPr>
              <a:defRPr sz="1275" b="0">
                <a:solidFill>
                  <a:srgbClr val="C8C8C2"/>
                </a:solidFill>
              </a:defRPr>
            </a:lvl6pPr>
            <a:lvl7pPr>
              <a:defRPr sz="1275" b="0">
                <a:solidFill>
                  <a:srgbClr val="C8C8C2"/>
                </a:solidFill>
              </a:defRPr>
            </a:lvl7pPr>
            <a:lvl8pPr>
              <a:defRPr sz="1275" b="0">
                <a:solidFill>
                  <a:srgbClr val="C8C8C2"/>
                </a:solidFill>
              </a:defRPr>
            </a:lvl8pPr>
            <a:lvl9pPr>
              <a:defRPr sz="1275" b="0">
                <a:solidFill>
                  <a:srgbClr val="C8C8C2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8C8C2"/>
                </a:solidFill>
              </a:defRPr>
            </a:pPr>
            <a:r>
              <a:rPr sz="1275" b="0">
                <a:solidFill>
                  <a:srgbClr val="C8C8C2"/>
                </a:solidFill>
              </a:rPr>
              <a:t>Reversed artwork protects visibility on dark surfaces.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03B712-4705-4849-8E63-ADE703FC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00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C8C8C2"/>
                </a:solidFill>
              </a:defRPr>
            </a:defPPr>
            <a:lvl1pPr>
              <a:defRPr sz="825" b="1">
                <a:solidFill>
                  <a:srgbClr val="C8C8C2"/>
                </a:solidFill>
              </a:defRPr>
            </a:lvl1pPr>
            <a:lvl2pPr>
              <a:defRPr sz="825" b="1">
                <a:solidFill>
                  <a:srgbClr val="C8C8C2"/>
                </a:solidFill>
              </a:defRPr>
            </a:lvl2pPr>
            <a:lvl3pPr>
              <a:defRPr sz="825" b="1">
                <a:solidFill>
                  <a:srgbClr val="C8C8C2"/>
                </a:solidFill>
              </a:defRPr>
            </a:lvl3pPr>
            <a:lvl4pPr>
              <a:defRPr sz="825" b="1">
                <a:solidFill>
                  <a:srgbClr val="C8C8C2"/>
                </a:solidFill>
              </a:defRPr>
            </a:lvl4pPr>
            <a:lvl5pPr>
              <a:defRPr sz="825" b="1">
                <a:solidFill>
                  <a:srgbClr val="C8C8C2"/>
                </a:solidFill>
              </a:defRPr>
            </a:lvl5pPr>
            <a:lvl6pPr>
              <a:defRPr sz="825" b="1">
                <a:solidFill>
                  <a:srgbClr val="C8C8C2"/>
                </a:solidFill>
              </a:defRPr>
            </a:lvl6pPr>
            <a:lvl7pPr>
              <a:defRPr sz="825" b="1">
                <a:solidFill>
                  <a:srgbClr val="C8C8C2"/>
                </a:solidFill>
              </a:defRPr>
            </a:lvl7pPr>
            <a:lvl8pPr>
              <a:defRPr sz="825" b="1">
                <a:solidFill>
                  <a:srgbClr val="C8C8C2"/>
                </a:solidFill>
              </a:defRPr>
            </a:lvl8pPr>
            <a:lvl9pPr>
              <a:defRPr sz="825" b="1">
                <a:solidFill>
                  <a:srgbClr val="C8C8C2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C8C8C2"/>
                </a:solidFill>
              </a:defRPr>
            </a:pPr>
            <a:r>
              <a:rPr sz="825" b="1">
                <a:solidFill>
                  <a:srgbClr val="C8C8C2"/>
                </a:solidFill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18566335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8F82C0-4556-4C43-B3B6-5C3E1C49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1111"/>
                </a:solidFill>
              </a:defRPr>
            </a:defPPr>
            <a:lvl1pPr>
              <a:defRPr sz="2550" b="1">
                <a:solidFill>
                  <a:srgbClr val="111111"/>
                </a:solidFill>
              </a:defRPr>
            </a:lvl1pPr>
            <a:lvl2pPr>
              <a:defRPr sz="2550" b="1">
                <a:solidFill>
                  <a:srgbClr val="111111"/>
                </a:solidFill>
              </a:defRPr>
            </a:lvl2pPr>
            <a:lvl3pPr>
              <a:defRPr sz="2550" b="1">
                <a:solidFill>
                  <a:srgbClr val="111111"/>
                </a:solidFill>
              </a:defRPr>
            </a:lvl3pPr>
            <a:lvl4pPr>
              <a:defRPr sz="2550" b="1">
                <a:solidFill>
                  <a:srgbClr val="111111"/>
                </a:solidFill>
              </a:defRPr>
            </a:lvl4pPr>
            <a:lvl5pPr>
              <a:defRPr sz="2550" b="1">
                <a:solidFill>
                  <a:srgbClr val="111111"/>
                </a:solidFill>
              </a:defRPr>
            </a:lvl5pPr>
            <a:lvl6pPr>
              <a:defRPr sz="2550" b="1">
                <a:solidFill>
                  <a:srgbClr val="111111"/>
                </a:solidFill>
              </a:defRPr>
            </a:lvl6pPr>
            <a:lvl7pPr>
              <a:defRPr sz="2550" b="1">
                <a:solidFill>
                  <a:srgbClr val="111111"/>
                </a:solidFill>
              </a:defRPr>
            </a:lvl7pPr>
            <a:lvl8pPr>
              <a:defRPr sz="2550" b="1">
                <a:solidFill>
                  <a:srgbClr val="111111"/>
                </a:solidFill>
              </a:defRPr>
            </a:lvl8pPr>
            <a:lvl9pPr>
              <a:defRPr sz="25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Design 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E4958-BBA1-4FFD-B8B7-093F1C1F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B6B67"/>
                </a:solidFill>
              </a:defRPr>
            </a:defPPr>
            <a:lvl1pPr>
              <a:defRPr sz="1500" b="0">
                <a:solidFill>
                  <a:srgbClr val="6B6B67"/>
                </a:solidFill>
              </a:defRPr>
            </a:lvl1pPr>
            <a:lvl2pPr>
              <a:defRPr sz="1500" b="0">
                <a:solidFill>
                  <a:srgbClr val="6B6B67"/>
                </a:solidFill>
              </a:defRPr>
            </a:lvl2pPr>
            <a:lvl3pPr>
              <a:defRPr sz="1500" b="0">
                <a:solidFill>
                  <a:srgbClr val="6B6B67"/>
                </a:solidFill>
              </a:defRPr>
            </a:lvl3pPr>
            <a:lvl4pPr>
              <a:defRPr sz="1500" b="0">
                <a:solidFill>
                  <a:srgbClr val="6B6B67"/>
                </a:solidFill>
              </a:defRPr>
            </a:lvl4pPr>
            <a:lvl5pPr>
              <a:defRPr sz="1500" b="0">
                <a:solidFill>
                  <a:srgbClr val="6B6B67"/>
                </a:solidFill>
              </a:defRPr>
            </a:lvl5pPr>
            <a:lvl6pPr>
              <a:defRPr sz="1500" b="0">
                <a:solidFill>
                  <a:srgbClr val="6B6B67"/>
                </a:solidFill>
              </a:defRPr>
            </a:lvl6pPr>
            <a:lvl7pPr>
              <a:defRPr sz="1500" b="0">
                <a:solidFill>
                  <a:srgbClr val="6B6B67"/>
                </a:solidFill>
              </a:defRPr>
            </a:lvl7pPr>
            <a:lvl8pPr>
              <a:defRPr sz="1500" b="0">
                <a:solidFill>
                  <a:srgbClr val="6B6B67"/>
                </a:solidFill>
              </a:defRPr>
            </a:lvl8pPr>
            <a:lvl9pPr>
              <a:defRPr sz="1500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B6B67"/>
                </a:solidFill>
              </a:defRPr>
            </a:pPr>
            <a:r>
              <a:rPr sz="1500" b="0">
                <a:solidFill>
                  <a:srgbClr val="6B6B67"/>
                </a:solidFill>
              </a:rPr>
              <a:t>A shared set of choices helps every application feel like Ignite in Him.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6B637-FD35-4B0B-B9E2-640DD101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485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C90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3E1B9-E5A4-46E0-8C7E-A772633C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11111"/>
                </a:solidFill>
              </a:defRPr>
            </a:defPPr>
            <a:lvl1pPr>
              <a:defRPr sz="1200" b="1">
                <a:solidFill>
                  <a:srgbClr val="111111"/>
                </a:solidFill>
              </a:defRPr>
            </a:lvl1pPr>
            <a:lvl2pPr>
              <a:defRPr sz="1200" b="1">
                <a:solidFill>
                  <a:srgbClr val="111111"/>
                </a:solidFill>
              </a:defRPr>
            </a:lvl2pPr>
            <a:lvl3pPr>
              <a:defRPr sz="1200" b="1">
                <a:solidFill>
                  <a:srgbClr val="111111"/>
                </a:solidFill>
              </a:defRPr>
            </a:lvl3pPr>
            <a:lvl4pPr>
              <a:defRPr sz="1200" b="1">
                <a:solidFill>
                  <a:srgbClr val="111111"/>
                </a:solidFill>
              </a:defRPr>
            </a:lvl4pPr>
            <a:lvl5pPr>
              <a:defRPr sz="1200" b="1">
                <a:solidFill>
                  <a:srgbClr val="111111"/>
                </a:solidFill>
              </a:defRPr>
            </a:lvl5pPr>
            <a:lvl6pPr>
              <a:defRPr sz="1200" b="1">
                <a:solidFill>
                  <a:srgbClr val="111111"/>
                </a:solidFill>
              </a:defRPr>
            </a:lvl6pPr>
            <a:lvl7pPr>
              <a:defRPr sz="1200" b="1">
                <a:solidFill>
                  <a:srgbClr val="111111"/>
                </a:solidFill>
              </a:defRPr>
            </a:lvl7pPr>
            <a:lvl8pPr>
              <a:defRPr sz="1200" b="1">
                <a:solidFill>
                  <a:srgbClr val="111111"/>
                </a:solidFill>
              </a:defRPr>
            </a:lvl8pPr>
            <a:lvl9pPr>
              <a:defRPr sz="120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Ignite yellow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37A09-7085-42D6-8D3C-2FF40F2C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11111"/>
                </a:solidFill>
              </a:defRPr>
            </a:defPPr>
            <a:lvl1pPr>
              <a:defRPr sz="975" b="1">
                <a:solidFill>
                  <a:srgbClr val="111111"/>
                </a:solidFill>
              </a:defRPr>
            </a:lvl1pPr>
            <a:lvl2pPr>
              <a:defRPr sz="975" b="1">
                <a:solidFill>
                  <a:srgbClr val="111111"/>
                </a:solidFill>
              </a:defRPr>
            </a:lvl2pPr>
            <a:lvl3pPr>
              <a:defRPr sz="975" b="1">
                <a:solidFill>
                  <a:srgbClr val="111111"/>
                </a:solidFill>
              </a:defRPr>
            </a:lvl3pPr>
            <a:lvl4pPr>
              <a:defRPr sz="975" b="1">
                <a:solidFill>
                  <a:srgbClr val="111111"/>
                </a:solidFill>
              </a:defRPr>
            </a:lvl4pPr>
            <a:lvl5pPr>
              <a:defRPr sz="975" b="1">
                <a:solidFill>
                  <a:srgbClr val="111111"/>
                </a:solidFill>
              </a:defRPr>
            </a:lvl5pPr>
            <a:lvl6pPr>
              <a:defRPr sz="975" b="1">
                <a:solidFill>
                  <a:srgbClr val="111111"/>
                </a:solidFill>
              </a:defRPr>
            </a:lvl6pPr>
            <a:lvl7pPr>
              <a:defRPr sz="975" b="1">
                <a:solidFill>
                  <a:srgbClr val="111111"/>
                </a:solidFill>
              </a:defRPr>
            </a:lvl7pPr>
            <a:lvl8pPr>
              <a:defRPr sz="975" b="1">
                <a:solidFill>
                  <a:srgbClr val="111111"/>
                </a:solidFill>
              </a:defRPr>
            </a:lvl8pPr>
            <a:lvl9pPr>
              <a:defRPr sz="97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#FDC904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DEAA0-EAC7-4782-885D-C5B15A2D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924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11111"/>
                </a:solidFill>
              </a:defRPr>
            </a:defPPr>
            <a:lvl1pPr>
              <a:defRPr sz="1200" b="1">
                <a:solidFill>
                  <a:srgbClr val="111111"/>
                </a:solidFill>
              </a:defRPr>
            </a:lvl1pPr>
            <a:lvl2pPr>
              <a:defRPr sz="1200" b="1">
                <a:solidFill>
                  <a:srgbClr val="111111"/>
                </a:solidFill>
              </a:defRPr>
            </a:lvl2pPr>
            <a:lvl3pPr>
              <a:defRPr sz="1200" b="1">
                <a:solidFill>
                  <a:srgbClr val="111111"/>
                </a:solidFill>
              </a:defRPr>
            </a:lvl3pPr>
            <a:lvl4pPr>
              <a:defRPr sz="1200" b="1">
                <a:solidFill>
                  <a:srgbClr val="111111"/>
                </a:solidFill>
              </a:defRPr>
            </a:lvl4pPr>
            <a:lvl5pPr>
              <a:defRPr sz="1200" b="1">
                <a:solidFill>
                  <a:srgbClr val="111111"/>
                </a:solidFill>
              </a:defRPr>
            </a:lvl5pPr>
            <a:lvl6pPr>
              <a:defRPr sz="1200" b="1">
                <a:solidFill>
                  <a:srgbClr val="111111"/>
                </a:solidFill>
              </a:defRPr>
            </a:lvl6pPr>
            <a:lvl7pPr>
              <a:defRPr sz="1200" b="1">
                <a:solidFill>
                  <a:srgbClr val="111111"/>
                </a:solidFill>
              </a:defRPr>
            </a:lvl7pPr>
            <a:lvl8pPr>
              <a:defRPr sz="1200" b="1">
                <a:solidFill>
                  <a:srgbClr val="111111"/>
                </a:solidFill>
              </a:defRPr>
            </a:lvl8pPr>
            <a:lvl9pPr>
              <a:defRPr sz="120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RGB 253, 201,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2B490-B892-43AC-A8A5-F1ABEBCA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193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6B67"/>
                </a:solidFill>
              </a:defRPr>
            </a:defPPr>
            <a:lvl1pPr>
              <a:defRPr sz="1200" b="0">
                <a:solidFill>
                  <a:srgbClr val="6B6B67"/>
                </a:solidFill>
              </a:defRPr>
            </a:lvl1pPr>
            <a:lvl2pPr>
              <a:defRPr sz="1200" b="0">
                <a:solidFill>
                  <a:srgbClr val="6B6B67"/>
                </a:solidFill>
              </a:defRPr>
            </a:lvl2pPr>
            <a:lvl3pPr>
              <a:defRPr sz="1200" b="0">
                <a:solidFill>
                  <a:srgbClr val="6B6B67"/>
                </a:solidFill>
              </a:defRPr>
            </a:lvl3pPr>
            <a:lvl4pPr>
              <a:defRPr sz="1200" b="0">
                <a:solidFill>
                  <a:srgbClr val="6B6B67"/>
                </a:solidFill>
              </a:defRPr>
            </a:lvl4pPr>
            <a:lvl5pPr>
              <a:defRPr sz="1200" b="0">
                <a:solidFill>
                  <a:srgbClr val="6B6B67"/>
                </a:solidFill>
              </a:defRPr>
            </a:lvl5pPr>
            <a:lvl6pPr>
              <a:defRPr sz="1200" b="0">
                <a:solidFill>
                  <a:srgbClr val="6B6B67"/>
                </a:solidFill>
              </a:defRPr>
            </a:lvl6pPr>
            <a:lvl7pPr>
              <a:defRPr sz="1200" b="0">
                <a:solidFill>
                  <a:srgbClr val="6B6B67"/>
                </a:solidFill>
              </a:defRPr>
            </a:lvl7pPr>
            <a:lvl8pPr>
              <a:defRPr sz="1200" b="0">
                <a:solidFill>
                  <a:srgbClr val="6B6B67"/>
                </a:solidFill>
              </a:defRPr>
            </a:lvl8pPr>
            <a:lvl9pPr>
              <a:defRPr sz="1200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6B67"/>
                </a:solidFill>
              </a:defRPr>
            </a:pPr>
            <a:r>
              <a:rPr sz="1200" b="0">
                <a:solidFill>
                  <a:srgbClr val="6B6B67"/>
                </a:solidFill>
              </a:rPr>
              <a:t>Energy and emphasis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AF40C-0C88-4F9B-B1A9-60CA009D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485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F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CF2E6E-3360-4558-99C1-0A1F69BC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Ignite cobalt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8370D8-1DB1-402E-BEC5-4B5829A8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</a:defRPr>
            </a:defPPr>
            <a:lvl1pPr>
              <a:defRPr sz="975" b="1">
                <a:solidFill>
                  <a:srgbClr val="FFFFFF"/>
                </a:solidFill>
              </a:defRPr>
            </a:lvl1pPr>
            <a:lvl2pPr>
              <a:defRPr sz="975" b="1">
                <a:solidFill>
                  <a:srgbClr val="FFFFFF"/>
                </a:solidFill>
              </a:defRPr>
            </a:lvl2pPr>
            <a:lvl3pPr>
              <a:defRPr sz="975" b="1">
                <a:solidFill>
                  <a:srgbClr val="FFFFFF"/>
                </a:solidFill>
              </a:defRPr>
            </a:lvl3pPr>
            <a:lvl4pPr>
              <a:defRPr sz="975" b="1">
                <a:solidFill>
                  <a:srgbClr val="FFFFFF"/>
                </a:solidFill>
              </a:defRPr>
            </a:lvl4pPr>
            <a:lvl5pPr>
              <a:defRPr sz="975" b="1">
                <a:solidFill>
                  <a:srgbClr val="FFFFFF"/>
                </a:solidFill>
              </a:defRPr>
            </a:lvl5pPr>
            <a:lvl6pPr>
              <a:defRPr sz="975" b="1">
                <a:solidFill>
                  <a:srgbClr val="FFFFFF"/>
                </a:solidFill>
              </a:defRPr>
            </a:lvl6pPr>
            <a:lvl7pPr>
              <a:defRPr sz="975" b="1">
                <a:solidFill>
                  <a:srgbClr val="FFFFFF"/>
                </a:solidFill>
              </a:defRPr>
            </a:lvl7pPr>
            <a:lvl8pPr>
              <a:defRPr sz="975" b="1">
                <a:solidFill>
                  <a:srgbClr val="FFFFFF"/>
                </a:solidFill>
              </a:defRPr>
            </a:lvl8pPr>
            <a:lvl9pPr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#315DF2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7CA7F-F45C-4DF4-9DCE-DD3357C0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76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11111"/>
                </a:solidFill>
              </a:defRPr>
            </a:defPPr>
            <a:lvl1pPr>
              <a:defRPr sz="1200" b="1">
                <a:solidFill>
                  <a:srgbClr val="111111"/>
                </a:solidFill>
              </a:defRPr>
            </a:lvl1pPr>
            <a:lvl2pPr>
              <a:defRPr sz="1200" b="1">
                <a:solidFill>
                  <a:srgbClr val="111111"/>
                </a:solidFill>
              </a:defRPr>
            </a:lvl2pPr>
            <a:lvl3pPr>
              <a:defRPr sz="1200" b="1">
                <a:solidFill>
                  <a:srgbClr val="111111"/>
                </a:solidFill>
              </a:defRPr>
            </a:lvl3pPr>
            <a:lvl4pPr>
              <a:defRPr sz="1200" b="1">
                <a:solidFill>
                  <a:srgbClr val="111111"/>
                </a:solidFill>
              </a:defRPr>
            </a:lvl4pPr>
            <a:lvl5pPr>
              <a:defRPr sz="1200" b="1">
                <a:solidFill>
                  <a:srgbClr val="111111"/>
                </a:solidFill>
              </a:defRPr>
            </a:lvl5pPr>
            <a:lvl6pPr>
              <a:defRPr sz="1200" b="1">
                <a:solidFill>
                  <a:srgbClr val="111111"/>
                </a:solidFill>
              </a:defRPr>
            </a:lvl6pPr>
            <a:lvl7pPr>
              <a:defRPr sz="1200" b="1">
                <a:solidFill>
                  <a:srgbClr val="111111"/>
                </a:solidFill>
              </a:defRPr>
            </a:lvl7pPr>
            <a:lvl8pPr>
              <a:defRPr sz="1200" b="1">
                <a:solidFill>
                  <a:srgbClr val="111111"/>
                </a:solidFill>
              </a:defRPr>
            </a:lvl8pPr>
            <a:lvl9pPr>
              <a:defRPr sz="120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RGB 49, 93, 242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D0A731-FBB6-4182-8542-EC3774A8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718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6B67"/>
                </a:solidFill>
              </a:defRPr>
            </a:defPPr>
            <a:lvl1pPr>
              <a:defRPr sz="1200" b="0">
                <a:solidFill>
                  <a:srgbClr val="6B6B67"/>
                </a:solidFill>
              </a:defRPr>
            </a:lvl1pPr>
            <a:lvl2pPr>
              <a:defRPr sz="1200" b="0">
                <a:solidFill>
                  <a:srgbClr val="6B6B67"/>
                </a:solidFill>
              </a:defRPr>
            </a:lvl2pPr>
            <a:lvl3pPr>
              <a:defRPr sz="1200" b="0">
                <a:solidFill>
                  <a:srgbClr val="6B6B67"/>
                </a:solidFill>
              </a:defRPr>
            </a:lvl3pPr>
            <a:lvl4pPr>
              <a:defRPr sz="1200" b="0">
                <a:solidFill>
                  <a:srgbClr val="6B6B67"/>
                </a:solidFill>
              </a:defRPr>
            </a:lvl4pPr>
            <a:lvl5pPr>
              <a:defRPr sz="1200" b="0">
                <a:solidFill>
                  <a:srgbClr val="6B6B67"/>
                </a:solidFill>
              </a:defRPr>
            </a:lvl5pPr>
            <a:lvl6pPr>
              <a:defRPr sz="1200" b="0">
                <a:solidFill>
                  <a:srgbClr val="6B6B67"/>
                </a:solidFill>
              </a:defRPr>
            </a:lvl6pPr>
            <a:lvl7pPr>
              <a:defRPr sz="1200" b="0">
                <a:solidFill>
                  <a:srgbClr val="6B6B67"/>
                </a:solidFill>
              </a:defRPr>
            </a:lvl7pPr>
            <a:lvl8pPr>
              <a:defRPr sz="1200" b="0">
                <a:solidFill>
                  <a:srgbClr val="6B6B67"/>
                </a:solidFill>
              </a:defRPr>
            </a:lvl8pPr>
            <a:lvl9pPr>
              <a:defRPr sz="1200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6B67"/>
                </a:solidFill>
              </a:defRPr>
            </a:pPr>
            <a:r>
              <a:rPr sz="1200" b="0">
                <a:solidFill>
                  <a:srgbClr val="6B6B67"/>
                </a:solidFill>
              </a:rPr>
              <a:t>Confidence and vitality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0C277-5CA3-41B9-9705-BF69C5A1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485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1B9B1-57E5-4D91-8068-DA7EE53F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Ink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B032C1-E3B6-4CCF-95CE-3E0CA696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</a:defRPr>
            </a:defPPr>
            <a:lvl1pPr>
              <a:defRPr sz="975" b="1">
                <a:solidFill>
                  <a:srgbClr val="FFFFFF"/>
                </a:solidFill>
              </a:defRPr>
            </a:lvl1pPr>
            <a:lvl2pPr>
              <a:defRPr sz="975" b="1">
                <a:solidFill>
                  <a:srgbClr val="FFFFFF"/>
                </a:solidFill>
              </a:defRPr>
            </a:lvl2pPr>
            <a:lvl3pPr>
              <a:defRPr sz="975" b="1">
                <a:solidFill>
                  <a:srgbClr val="FFFFFF"/>
                </a:solidFill>
              </a:defRPr>
            </a:lvl3pPr>
            <a:lvl4pPr>
              <a:defRPr sz="975" b="1">
                <a:solidFill>
                  <a:srgbClr val="FFFFFF"/>
                </a:solidFill>
              </a:defRPr>
            </a:lvl4pPr>
            <a:lvl5pPr>
              <a:defRPr sz="975" b="1">
                <a:solidFill>
                  <a:srgbClr val="FFFFFF"/>
                </a:solidFill>
              </a:defRPr>
            </a:lvl5pPr>
            <a:lvl6pPr>
              <a:defRPr sz="975" b="1">
                <a:solidFill>
                  <a:srgbClr val="FFFFFF"/>
                </a:solidFill>
              </a:defRPr>
            </a:lvl6pPr>
            <a:lvl7pPr>
              <a:defRPr sz="975" b="1">
                <a:solidFill>
                  <a:srgbClr val="FFFFFF"/>
                </a:solidFill>
              </a:defRPr>
            </a:lvl7pPr>
            <a:lvl8pPr>
              <a:defRPr sz="975" b="1">
                <a:solidFill>
                  <a:srgbClr val="FFFFFF"/>
                </a:solidFill>
              </a:defRPr>
            </a:lvl8pPr>
            <a:lvl9pPr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#111111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E14387-063E-4425-8F6B-7E665564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29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11111"/>
                </a:solidFill>
              </a:defRPr>
            </a:defPPr>
            <a:lvl1pPr>
              <a:defRPr sz="1200" b="1">
                <a:solidFill>
                  <a:srgbClr val="111111"/>
                </a:solidFill>
              </a:defRPr>
            </a:lvl1pPr>
            <a:lvl2pPr>
              <a:defRPr sz="1200" b="1">
                <a:solidFill>
                  <a:srgbClr val="111111"/>
                </a:solidFill>
              </a:defRPr>
            </a:lvl2pPr>
            <a:lvl3pPr>
              <a:defRPr sz="1200" b="1">
                <a:solidFill>
                  <a:srgbClr val="111111"/>
                </a:solidFill>
              </a:defRPr>
            </a:lvl3pPr>
            <a:lvl4pPr>
              <a:defRPr sz="1200" b="1">
                <a:solidFill>
                  <a:srgbClr val="111111"/>
                </a:solidFill>
              </a:defRPr>
            </a:lvl4pPr>
            <a:lvl5pPr>
              <a:defRPr sz="1200" b="1">
                <a:solidFill>
                  <a:srgbClr val="111111"/>
                </a:solidFill>
              </a:defRPr>
            </a:lvl5pPr>
            <a:lvl6pPr>
              <a:defRPr sz="1200" b="1">
                <a:solidFill>
                  <a:srgbClr val="111111"/>
                </a:solidFill>
              </a:defRPr>
            </a:lvl6pPr>
            <a:lvl7pPr>
              <a:defRPr sz="1200" b="1">
                <a:solidFill>
                  <a:srgbClr val="111111"/>
                </a:solidFill>
              </a:defRPr>
            </a:lvl7pPr>
            <a:lvl8pPr>
              <a:defRPr sz="1200" b="1">
                <a:solidFill>
                  <a:srgbClr val="111111"/>
                </a:solidFill>
              </a:defRPr>
            </a:lvl8pPr>
            <a:lvl9pPr>
              <a:defRPr sz="120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RGB 17, 17, 17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73B76E-7F53-48D0-8439-05D7ED51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243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6B67"/>
                </a:solidFill>
              </a:defRPr>
            </a:defPPr>
            <a:lvl1pPr>
              <a:defRPr sz="1200" b="0">
                <a:solidFill>
                  <a:srgbClr val="6B6B67"/>
                </a:solidFill>
              </a:defRPr>
            </a:lvl1pPr>
            <a:lvl2pPr>
              <a:defRPr sz="1200" b="0">
                <a:solidFill>
                  <a:srgbClr val="6B6B67"/>
                </a:solidFill>
              </a:defRPr>
            </a:lvl2pPr>
            <a:lvl3pPr>
              <a:defRPr sz="1200" b="0">
                <a:solidFill>
                  <a:srgbClr val="6B6B67"/>
                </a:solidFill>
              </a:defRPr>
            </a:lvl3pPr>
            <a:lvl4pPr>
              <a:defRPr sz="1200" b="0">
                <a:solidFill>
                  <a:srgbClr val="6B6B67"/>
                </a:solidFill>
              </a:defRPr>
            </a:lvl4pPr>
            <a:lvl5pPr>
              <a:defRPr sz="1200" b="0">
                <a:solidFill>
                  <a:srgbClr val="6B6B67"/>
                </a:solidFill>
              </a:defRPr>
            </a:lvl5pPr>
            <a:lvl6pPr>
              <a:defRPr sz="1200" b="0">
                <a:solidFill>
                  <a:srgbClr val="6B6B67"/>
                </a:solidFill>
              </a:defRPr>
            </a:lvl6pPr>
            <a:lvl7pPr>
              <a:defRPr sz="1200" b="0">
                <a:solidFill>
                  <a:srgbClr val="6B6B67"/>
                </a:solidFill>
              </a:defRPr>
            </a:lvl7pPr>
            <a:lvl8pPr>
              <a:defRPr sz="1200" b="0">
                <a:solidFill>
                  <a:srgbClr val="6B6B67"/>
                </a:solidFill>
              </a:defRPr>
            </a:lvl8pPr>
            <a:lvl9pPr>
              <a:defRPr sz="1200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6B67"/>
                </a:solidFill>
              </a:defRPr>
            </a:pPr>
            <a:r>
              <a:rPr sz="1200" b="0">
                <a:solidFill>
                  <a:srgbClr val="6B6B67"/>
                </a:solidFill>
              </a:rPr>
              <a:t>Wordmark and dark ground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F07BCD-F618-4BDE-8886-173A073E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485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0">
            <a:noFill/>
          </a:ln>
        </p:spPr>
      </p:sp>
      <p:sp>
        <p:nvSpPr>
          <p:cNvPr id="19" name="Warm ivory swatch outline">
            <a:extLst xmlns:a="http://schemas.openxmlformats.org/drawingml/2006/main">
              <a:ext uri="{FF2B5EF4-FFF2-40B4-BE49-F238E27FC236}">
                <a16:creationId xmlns:a16="http://schemas.microsoft.com/office/drawing/2014/main" id="{8542DB1F-08B3-4B6E-8EE8-96BD7747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485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876040-BCBF-42B0-B367-A8DFD663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11111"/>
                </a:solidFill>
              </a:defRPr>
            </a:defPPr>
            <a:lvl1pPr>
              <a:defRPr sz="1200" b="1">
                <a:solidFill>
                  <a:srgbClr val="111111"/>
                </a:solidFill>
              </a:defRPr>
            </a:lvl1pPr>
            <a:lvl2pPr>
              <a:defRPr sz="1200" b="1">
                <a:solidFill>
                  <a:srgbClr val="111111"/>
                </a:solidFill>
              </a:defRPr>
            </a:lvl2pPr>
            <a:lvl3pPr>
              <a:defRPr sz="1200" b="1">
                <a:solidFill>
                  <a:srgbClr val="111111"/>
                </a:solidFill>
              </a:defRPr>
            </a:lvl3pPr>
            <a:lvl4pPr>
              <a:defRPr sz="1200" b="1">
                <a:solidFill>
                  <a:srgbClr val="111111"/>
                </a:solidFill>
              </a:defRPr>
            </a:lvl4pPr>
            <a:lvl5pPr>
              <a:defRPr sz="1200" b="1">
                <a:solidFill>
                  <a:srgbClr val="111111"/>
                </a:solidFill>
              </a:defRPr>
            </a:lvl5pPr>
            <a:lvl6pPr>
              <a:defRPr sz="1200" b="1">
                <a:solidFill>
                  <a:srgbClr val="111111"/>
                </a:solidFill>
              </a:defRPr>
            </a:lvl6pPr>
            <a:lvl7pPr>
              <a:defRPr sz="1200" b="1">
                <a:solidFill>
                  <a:srgbClr val="111111"/>
                </a:solidFill>
              </a:defRPr>
            </a:lvl7pPr>
            <a:lvl8pPr>
              <a:defRPr sz="1200" b="1">
                <a:solidFill>
                  <a:srgbClr val="111111"/>
                </a:solidFill>
              </a:defRPr>
            </a:lvl8pPr>
            <a:lvl9pPr>
              <a:defRPr sz="120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Warm ivory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99DDB7-21B9-48F0-AF6D-1CF379C6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11111"/>
                </a:solidFill>
              </a:defRPr>
            </a:defPPr>
            <a:lvl1pPr>
              <a:defRPr sz="975" b="1">
                <a:solidFill>
                  <a:srgbClr val="111111"/>
                </a:solidFill>
              </a:defRPr>
            </a:lvl1pPr>
            <a:lvl2pPr>
              <a:defRPr sz="975" b="1">
                <a:solidFill>
                  <a:srgbClr val="111111"/>
                </a:solidFill>
              </a:defRPr>
            </a:lvl2pPr>
            <a:lvl3pPr>
              <a:defRPr sz="975" b="1">
                <a:solidFill>
                  <a:srgbClr val="111111"/>
                </a:solidFill>
              </a:defRPr>
            </a:lvl3pPr>
            <a:lvl4pPr>
              <a:defRPr sz="975" b="1">
                <a:solidFill>
                  <a:srgbClr val="111111"/>
                </a:solidFill>
              </a:defRPr>
            </a:lvl4pPr>
            <a:lvl5pPr>
              <a:defRPr sz="975" b="1">
                <a:solidFill>
                  <a:srgbClr val="111111"/>
                </a:solidFill>
              </a:defRPr>
            </a:lvl5pPr>
            <a:lvl6pPr>
              <a:defRPr sz="975" b="1">
                <a:solidFill>
                  <a:srgbClr val="111111"/>
                </a:solidFill>
              </a:defRPr>
            </a:lvl6pPr>
            <a:lvl7pPr>
              <a:defRPr sz="975" b="1">
                <a:solidFill>
                  <a:srgbClr val="111111"/>
                </a:solidFill>
              </a:defRPr>
            </a:lvl7pPr>
            <a:lvl8pPr>
              <a:defRPr sz="975" b="1">
                <a:solidFill>
                  <a:srgbClr val="111111"/>
                </a:solidFill>
              </a:defRPr>
            </a:lvl8pPr>
            <a:lvl9pPr>
              <a:defRPr sz="97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#FFF8E8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4515C8-BCDD-4E5C-B7F3-429FC322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81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11111"/>
                </a:solidFill>
              </a:defRPr>
            </a:defPPr>
            <a:lvl1pPr>
              <a:defRPr sz="1200" b="1">
                <a:solidFill>
                  <a:srgbClr val="111111"/>
                </a:solidFill>
              </a:defRPr>
            </a:lvl1pPr>
            <a:lvl2pPr>
              <a:defRPr sz="1200" b="1">
                <a:solidFill>
                  <a:srgbClr val="111111"/>
                </a:solidFill>
              </a:defRPr>
            </a:lvl2pPr>
            <a:lvl3pPr>
              <a:defRPr sz="1200" b="1">
                <a:solidFill>
                  <a:srgbClr val="111111"/>
                </a:solidFill>
              </a:defRPr>
            </a:lvl3pPr>
            <a:lvl4pPr>
              <a:defRPr sz="1200" b="1">
                <a:solidFill>
                  <a:srgbClr val="111111"/>
                </a:solidFill>
              </a:defRPr>
            </a:lvl4pPr>
            <a:lvl5pPr>
              <a:defRPr sz="1200" b="1">
                <a:solidFill>
                  <a:srgbClr val="111111"/>
                </a:solidFill>
              </a:defRPr>
            </a:lvl5pPr>
            <a:lvl6pPr>
              <a:defRPr sz="1200" b="1">
                <a:solidFill>
                  <a:srgbClr val="111111"/>
                </a:solidFill>
              </a:defRPr>
            </a:lvl6pPr>
            <a:lvl7pPr>
              <a:defRPr sz="1200" b="1">
                <a:solidFill>
                  <a:srgbClr val="111111"/>
                </a:solidFill>
              </a:defRPr>
            </a:lvl7pPr>
            <a:lvl8pPr>
              <a:defRPr sz="1200" b="1">
                <a:solidFill>
                  <a:srgbClr val="111111"/>
                </a:solidFill>
              </a:defRPr>
            </a:lvl8pPr>
            <a:lvl9pPr>
              <a:defRPr sz="120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RGB 255, 248, 232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EB568A-6602-4026-A65B-3F7C76AA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768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6B67"/>
                </a:solidFill>
              </a:defRPr>
            </a:defPPr>
            <a:lvl1pPr>
              <a:defRPr sz="1200" b="0">
                <a:solidFill>
                  <a:srgbClr val="6B6B67"/>
                </a:solidFill>
              </a:defRPr>
            </a:lvl1pPr>
            <a:lvl2pPr>
              <a:defRPr sz="1200" b="0">
                <a:solidFill>
                  <a:srgbClr val="6B6B67"/>
                </a:solidFill>
              </a:defRPr>
            </a:lvl2pPr>
            <a:lvl3pPr>
              <a:defRPr sz="1200" b="0">
                <a:solidFill>
                  <a:srgbClr val="6B6B67"/>
                </a:solidFill>
              </a:defRPr>
            </a:lvl3pPr>
            <a:lvl4pPr>
              <a:defRPr sz="1200" b="0">
                <a:solidFill>
                  <a:srgbClr val="6B6B67"/>
                </a:solidFill>
              </a:defRPr>
            </a:lvl4pPr>
            <a:lvl5pPr>
              <a:defRPr sz="1200" b="0">
                <a:solidFill>
                  <a:srgbClr val="6B6B67"/>
                </a:solidFill>
              </a:defRPr>
            </a:lvl5pPr>
            <a:lvl6pPr>
              <a:defRPr sz="1200" b="0">
                <a:solidFill>
                  <a:srgbClr val="6B6B67"/>
                </a:solidFill>
              </a:defRPr>
            </a:lvl6pPr>
            <a:lvl7pPr>
              <a:defRPr sz="1200" b="0">
                <a:solidFill>
                  <a:srgbClr val="6B6B67"/>
                </a:solidFill>
              </a:defRPr>
            </a:lvl7pPr>
            <a:lvl8pPr>
              <a:defRPr sz="1200" b="0">
                <a:solidFill>
                  <a:srgbClr val="6B6B67"/>
                </a:solidFill>
              </a:defRPr>
            </a:lvl8pPr>
            <a:lvl9pPr>
              <a:defRPr sz="1200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6B67"/>
                </a:solidFill>
              </a:defRPr>
            </a:pPr>
            <a:r>
              <a:rPr sz="1200" b="0">
                <a:solidFill>
                  <a:srgbClr val="6B6B67"/>
                </a:solidFill>
              </a:rPr>
              <a:t>Background and warmth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77EDA1-1EBA-43C0-95B6-CACCB3CE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47850"/>
            <a:ext cx="381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C90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370939-3ACA-4348-A63E-9EEE3514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315DF2"/>
                </a:solidFill>
              </a:defRPr>
            </a:defPPr>
            <a:lvl1pPr>
              <a:defRPr sz="900" b="1">
                <a:solidFill>
                  <a:srgbClr val="315DF2"/>
                </a:solidFill>
              </a:defRPr>
            </a:lvl1pPr>
            <a:lvl2pPr>
              <a:defRPr sz="900" b="1">
                <a:solidFill>
                  <a:srgbClr val="315DF2"/>
                </a:solidFill>
              </a:defRPr>
            </a:lvl2pPr>
            <a:lvl3pPr>
              <a:defRPr sz="900" b="1">
                <a:solidFill>
                  <a:srgbClr val="315DF2"/>
                </a:solidFill>
              </a:defRPr>
            </a:lvl3pPr>
            <a:lvl4pPr>
              <a:defRPr sz="900" b="1">
                <a:solidFill>
                  <a:srgbClr val="315DF2"/>
                </a:solidFill>
              </a:defRPr>
            </a:lvl4pPr>
            <a:lvl5pPr>
              <a:defRPr sz="900" b="1">
                <a:solidFill>
                  <a:srgbClr val="315DF2"/>
                </a:solidFill>
              </a:defRPr>
            </a:lvl5pPr>
            <a:lvl6pPr>
              <a:defRPr sz="900" b="1">
                <a:solidFill>
                  <a:srgbClr val="315DF2"/>
                </a:solidFill>
              </a:defRPr>
            </a:lvl6pPr>
            <a:lvl7pPr>
              <a:defRPr sz="900" b="1">
                <a:solidFill>
                  <a:srgbClr val="315DF2"/>
                </a:solidFill>
              </a:defRPr>
            </a:lvl7pPr>
            <a:lvl8pPr>
              <a:defRPr sz="900" b="1">
                <a:solidFill>
                  <a:srgbClr val="315DF2"/>
                </a:solidFill>
              </a:defRPr>
            </a:lvl8pPr>
            <a:lvl9pPr>
              <a:defRPr sz="900" b="1">
                <a:solidFill>
                  <a:srgbClr val="315DF2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315DF2"/>
                </a:solidFill>
              </a:defRPr>
            </a:pPr>
            <a:r>
              <a:rPr sz="900" b="1">
                <a:solidFill>
                  <a:srgbClr val="315DF2"/>
                </a:solidFill>
              </a:rPr>
              <a:t>TYPOGRAPHY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A36FD5-0498-4DE4-8255-FFB8DEBB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11111"/>
                </a:solidFill>
              </a:defRPr>
            </a:defPPr>
            <a:lvl1pPr>
              <a:defRPr sz="2100" b="1">
                <a:solidFill>
                  <a:srgbClr val="111111"/>
                </a:solidFill>
              </a:defRPr>
            </a:lvl1pPr>
            <a:lvl2pPr>
              <a:defRPr sz="2100" b="1">
                <a:solidFill>
                  <a:srgbClr val="111111"/>
                </a:solidFill>
              </a:defRPr>
            </a:lvl2pPr>
            <a:lvl3pPr>
              <a:defRPr sz="2100" b="1">
                <a:solidFill>
                  <a:srgbClr val="111111"/>
                </a:solidFill>
              </a:defRPr>
            </a:lvl3pPr>
            <a:lvl4pPr>
              <a:defRPr sz="2100" b="1">
                <a:solidFill>
                  <a:srgbClr val="111111"/>
                </a:solidFill>
              </a:defRPr>
            </a:lvl4pPr>
            <a:lvl5pPr>
              <a:defRPr sz="2100" b="1">
                <a:solidFill>
                  <a:srgbClr val="111111"/>
                </a:solidFill>
              </a:defRPr>
            </a:lvl5pPr>
            <a:lvl6pPr>
              <a:defRPr sz="2100" b="1">
                <a:solidFill>
                  <a:srgbClr val="111111"/>
                </a:solidFill>
              </a:defRPr>
            </a:lvl6pPr>
            <a:lvl7pPr>
              <a:defRPr sz="2100" b="1">
                <a:solidFill>
                  <a:srgbClr val="111111"/>
                </a:solidFill>
              </a:defRPr>
            </a:lvl7pPr>
            <a:lvl8pPr>
              <a:defRPr sz="2100" b="1">
                <a:solidFill>
                  <a:srgbClr val="111111"/>
                </a:solidFill>
              </a:defRPr>
            </a:lvl8pPr>
            <a:lvl9pPr>
              <a:defRPr sz="210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Poppins Medium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277D76-6602-426B-A361-0565DF6C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289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B6B67"/>
                </a:solidFill>
              </a:defRPr>
            </a:defPPr>
            <a:lvl1pPr>
              <a:defRPr sz="1350" b="0">
                <a:solidFill>
                  <a:srgbClr val="6B6B67"/>
                </a:solidFill>
              </a:defRPr>
            </a:lvl1pPr>
            <a:lvl2pPr>
              <a:defRPr sz="1350" b="0">
                <a:solidFill>
                  <a:srgbClr val="6B6B67"/>
                </a:solidFill>
              </a:defRPr>
            </a:lvl2pPr>
            <a:lvl3pPr>
              <a:defRPr sz="1350" b="0">
                <a:solidFill>
                  <a:srgbClr val="6B6B67"/>
                </a:solidFill>
              </a:defRPr>
            </a:lvl3pPr>
            <a:lvl4pPr>
              <a:defRPr sz="1350" b="0">
                <a:solidFill>
                  <a:srgbClr val="6B6B67"/>
                </a:solidFill>
              </a:defRPr>
            </a:lvl4pPr>
            <a:lvl5pPr>
              <a:defRPr sz="1350" b="0">
                <a:solidFill>
                  <a:srgbClr val="6B6B67"/>
                </a:solidFill>
              </a:defRPr>
            </a:lvl5pPr>
            <a:lvl6pPr>
              <a:defRPr sz="1350" b="0">
                <a:solidFill>
                  <a:srgbClr val="6B6B67"/>
                </a:solidFill>
              </a:defRPr>
            </a:lvl6pPr>
            <a:lvl7pPr>
              <a:defRPr sz="1350" b="0">
                <a:solidFill>
                  <a:srgbClr val="6B6B67"/>
                </a:solidFill>
              </a:defRPr>
            </a:lvl7pPr>
            <a:lvl8pPr>
              <a:defRPr sz="1350" b="0">
                <a:solidFill>
                  <a:srgbClr val="6B6B67"/>
                </a:solidFill>
              </a:defRPr>
            </a:lvl8pPr>
            <a:lvl9pPr>
              <a:defRPr sz="1350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B6B67"/>
                </a:solidFill>
              </a:defRPr>
            </a:pPr>
            <a:r>
              <a:rPr sz="1350" b="0">
                <a:solidFill>
                  <a:srgbClr val="6B6B67"/>
                </a:solidFill>
              </a:rPr>
              <a:t>Lowercase wordmark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F62BF2-E390-4949-8DEE-4A804708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315DF2"/>
                </a:solidFill>
              </a:defRPr>
            </a:defPPr>
            <a:lvl1pPr>
              <a:defRPr sz="900" b="1">
                <a:solidFill>
                  <a:srgbClr val="315DF2"/>
                </a:solidFill>
              </a:defRPr>
            </a:lvl1pPr>
            <a:lvl2pPr>
              <a:defRPr sz="900" b="1">
                <a:solidFill>
                  <a:srgbClr val="315DF2"/>
                </a:solidFill>
              </a:defRPr>
            </a:lvl2pPr>
            <a:lvl3pPr>
              <a:defRPr sz="900" b="1">
                <a:solidFill>
                  <a:srgbClr val="315DF2"/>
                </a:solidFill>
              </a:defRPr>
            </a:lvl3pPr>
            <a:lvl4pPr>
              <a:defRPr sz="900" b="1">
                <a:solidFill>
                  <a:srgbClr val="315DF2"/>
                </a:solidFill>
              </a:defRPr>
            </a:lvl4pPr>
            <a:lvl5pPr>
              <a:defRPr sz="900" b="1">
                <a:solidFill>
                  <a:srgbClr val="315DF2"/>
                </a:solidFill>
              </a:defRPr>
            </a:lvl5pPr>
            <a:lvl6pPr>
              <a:defRPr sz="900" b="1">
                <a:solidFill>
                  <a:srgbClr val="315DF2"/>
                </a:solidFill>
              </a:defRPr>
            </a:lvl6pPr>
            <a:lvl7pPr>
              <a:defRPr sz="900" b="1">
                <a:solidFill>
                  <a:srgbClr val="315DF2"/>
                </a:solidFill>
              </a:defRPr>
            </a:lvl7pPr>
            <a:lvl8pPr>
              <a:defRPr sz="900" b="1">
                <a:solidFill>
                  <a:srgbClr val="315DF2"/>
                </a:solidFill>
              </a:defRPr>
            </a:lvl8pPr>
            <a:lvl9pPr>
              <a:defRPr sz="900" b="1">
                <a:solidFill>
                  <a:srgbClr val="315DF2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315DF2"/>
                </a:solidFill>
              </a:defRPr>
            </a:pPr>
            <a:r>
              <a:rPr sz="900" b="1">
                <a:solidFill>
                  <a:srgbClr val="315DF2"/>
                </a:solidFill>
              </a:rPr>
              <a:t>WHY CONSISTENCY MATTERS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EEC965-FB14-4D43-81D4-93665FB6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11111"/>
                </a:solidFill>
              </a:defRPr>
            </a:defPPr>
            <a:lvl1pPr>
              <a:defRPr sz="1350" b="1">
                <a:solidFill>
                  <a:srgbClr val="111111"/>
                </a:solidFill>
              </a:defRPr>
            </a:lvl1pPr>
            <a:lvl2pPr>
              <a:defRPr sz="1350" b="1">
                <a:solidFill>
                  <a:srgbClr val="111111"/>
                </a:solidFill>
              </a:defRPr>
            </a:lvl2pPr>
            <a:lvl3pPr>
              <a:defRPr sz="1350" b="1">
                <a:solidFill>
                  <a:srgbClr val="111111"/>
                </a:solidFill>
              </a:defRPr>
            </a:lvl3pPr>
            <a:lvl4pPr>
              <a:defRPr sz="1350" b="1">
                <a:solidFill>
                  <a:srgbClr val="111111"/>
                </a:solidFill>
              </a:defRPr>
            </a:lvl4pPr>
            <a:lvl5pPr>
              <a:defRPr sz="1350" b="1">
                <a:solidFill>
                  <a:srgbClr val="111111"/>
                </a:solidFill>
              </a:defRPr>
            </a:lvl5pPr>
            <a:lvl6pPr>
              <a:defRPr sz="1350" b="1">
                <a:solidFill>
                  <a:srgbClr val="111111"/>
                </a:solidFill>
              </a:defRPr>
            </a:lvl6pPr>
            <a:lvl7pPr>
              <a:defRPr sz="1350" b="1">
                <a:solidFill>
                  <a:srgbClr val="111111"/>
                </a:solidFill>
              </a:defRPr>
            </a:lvl7pPr>
            <a:lvl8pPr>
              <a:defRPr sz="1350" b="1">
                <a:solidFill>
                  <a:srgbClr val="111111"/>
                </a:solidFill>
              </a:defRPr>
            </a:lvl8pPr>
            <a:lvl9pPr>
              <a:defRPr sz="13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Recognition compounds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F6F437-5398-4463-9B14-80C44B42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6B67"/>
                </a:solidFill>
              </a:defRPr>
            </a:defPPr>
            <a:lvl1pPr>
              <a:defRPr sz="1200" b="0">
                <a:solidFill>
                  <a:srgbClr val="6B6B67"/>
                </a:solidFill>
              </a:defRPr>
            </a:lvl1pPr>
            <a:lvl2pPr>
              <a:defRPr sz="1200" b="0">
                <a:solidFill>
                  <a:srgbClr val="6B6B67"/>
                </a:solidFill>
              </a:defRPr>
            </a:lvl2pPr>
            <a:lvl3pPr>
              <a:defRPr sz="1200" b="0">
                <a:solidFill>
                  <a:srgbClr val="6B6B67"/>
                </a:solidFill>
              </a:defRPr>
            </a:lvl3pPr>
            <a:lvl4pPr>
              <a:defRPr sz="1200" b="0">
                <a:solidFill>
                  <a:srgbClr val="6B6B67"/>
                </a:solidFill>
              </a:defRPr>
            </a:lvl4pPr>
            <a:lvl5pPr>
              <a:defRPr sz="1200" b="0">
                <a:solidFill>
                  <a:srgbClr val="6B6B67"/>
                </a:solidFill>
              </a:defRPr>
            </a:lvl5pPr>
            <a:lvl6pPr>
              <a:defRPr sz="1200" b="0">
                <a:solidFill>
                  <a:srgbClr val="6B6B67"/>
                </a:solidFill>
              </a:defRPr>
            </a:lvl6pPr>
            <a:lvl7pPr>
              <a:defRPr sz="1200" b="0">
                <a:solidFill>
                  <a:srgbClr val="6B6B67"/>
                </a:solidFill>
              </a:defRPr>
            </a:lvl7pPr>
            <a:lvl8pPr>
              <a:defRPr sz="1200" b="0">
                <a:solidFill>
                  <a:srgbClr val="6B6B67"/>
                </a:solidFill>
              </a:defRPr>
            </a:lvl8pPr>
            <a:lvl9pPr>
              <a:defRPr sz="1200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6B67"/>
                </a:solidFill>
              </a:defRPr>
            </a:pPr>
            <a:r>
              <a:rPr sz="1200" b="0">
                <a:solidFill>
                  <a:srgbClr val="6B6B67"/>
                </a:solidFill>
              </a:rPr>
              <a:t>Repeated color, spacing and lockups help people identify Ignite in Him before they read.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A83683-8E9C-4412-AD83-FDEE6672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11111"/>
                </a:solidFill>
              </a:defRPr>
            </a:defPPr>
            <a:lvl1pPr>
              <a:defRPr sz="1350" b="1">
                <a:solidFill>
                  <a:srgbClr val="111111"/>
                </a:solidFill>
              </a:defRPr>
            </a:lvl1pPr>
            <a:lvl2pPr>
              <a:defRPr sz="1350" b="1">
                <a:solidFill>
                  <a:srgbClr val="111111"/>
                </a:solidFill>
              </a:defRPr>
            </a:lvl2pPr>
            <a:lvl3pPr>
              <a:defRPr sz="1350" b="1">
                <a:solidFill>
                  <a:srgbClr val="111111"/>
                </a:solidFill>
              </a:defRPr>
            </a:lvl3pPr>
            <a:lvl4pPr>
              <a:defRPr sz="1350" b="1">
                <a:solidFill>
                  <a:srgbClr val="111111"/>
                </a:solidFill>
              </a:defRPr>
            </a:lvl4pPr>
            <a:lvl5pPr>
              <a:defRPr sz="1350" b="1">
                <a:solidFill>
                  <a:srgbClr val="111111"/>
                </a:solidFill>
              </a:defRPr>
            </a:lvl5pPr>
            <a:lvl6pPr>
              <a:defRPr sz="1350" b="1">
                <a:solidFill>
                  <a:srgbClr val="111111"/>
                </a:solidFill>
              </a:defRPr>
            </a:lvl6pPr>
            <a:lvl7pPr>
              <a:defRPr sz="1350" b="1">
                <a:solidFill>
                  <a:srgbClr val="111111"/>
                </a:solidFill>
              </a:defRPr>
            </a:lvl7pPr>
            <a:lvl8pPr>
              <a:defRPr sz="1350" b="1">
                <a:solidFill>
                  <a:srgbClr val="111111"/>
                </a:solidFill>
              </a:defRPr>
            </a:lvl8pPr>
            <a:lvl9pPr>
              <a:defRPr sz="13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Trust grows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7EA59C-025C-482F-B1D5-994F468D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244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6B67"/>
                </a:solidFill>
              </a:defRPr>
            </a:defPPr>
            <a:lvl1pPr>
              <a:defRPr sz="1200" b="0">
                <a:solidFill>
                  <a:srgbClr val="6B6B67"/>
                </a:solidFill>
              </a:defRPr>
            </a:lvl1pPr>
            <a:lvl2pPr>
              <a:defRPr sz="1200" b="0">
                <a:solidFill>
                  <a:srgbClr val="6B6B67"/>
                </a:solidFill>
              </a:defRPr>
            </a:lvl2pPr>
            <a:lvl3pPr>
              <a:defRPr sz="1200" b="0">
                <a:solidFill>
                  <a:srgbClr val="6B6B67"/>
                </a:solidFill>
              </a:defRPr>
            </a:lvl3pPr>
            <a:lvl4pPr>
              <a:defRPr sz="1200" b="0">
                <a:solidFill>
                  <a:srgbClr val="6B6B67"/>
                </a:solidFill>
              </a:defRPr>
            </a:lvl4pPr>
            <a:lvl5pPr>
              <a:defRPr sz="1200" b="0">
                <a:solidFill>
                  <a:srgbClr val="6B6B67"/>
                </a:solidFill>
              </a:defRPr>
            </a:lvl5pPr>
            <a:lvl6pPr>
              <a:defRPr sz="1200" b="0">
                <a:solidFill>
                  <a:srgbClr val="6B6B67"/>
                </a:solidFill>
              </a:defRPr>
            </a:lvl6pPr>
            <a:lvl7pPr>
              <a:defRPr sz="1200" b="0">
                <a:solidFill>
                  <a:srgbClr val="6B6B67"/>
                </a:solidFill>
              </a:defRPr>
            </a:lvl7pPr>
            <a:lvl8pPr>
              <a:defRPr sz="1200" b="0">
                <a:solidFill>
                  <a:srgbClr val="6B6B67"/>
                </a:solidFill>
              </a:defRPr>
            </a:lvl8pPr>
            <a:lvl9pPr>
              <a:defRPr sz="1200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6B67"/>
                </a:solidFill>
              </a:defRPr>
            </a:pPr>
            <a:r>
              <a:rPr sz="1200" b="0">
                <a:solidFill>
                  <a:srgbClr val="6B6B67"/>
                </a:solidFill>
              </a:rPr>
              <a:t>A controlled identity feels intentional and dependable.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99803A-1B09-4D60-89F6-AA700A58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11111"/>
                </a:solidFill>
              </a:defRPr>
            </a:defPPr>
            <a:lvl1pPr>
              <a:defRPr sz="1350" b="1">
                <a:solidFill>
                  <a:srgbClr val="111111"/>
                </a:solidFill>
              </a:defRPr>
            </a:lvl1pPr>
            <a:lvl2pPr>
              <a:defRPr sz="1350" b="1">
                <a:solidFill>
                  <a:srgbClr val="111111"/>
                </a:solidFill>
              </a:defRPr>
            </a:lvl2pPr>
            <a:lvl3pPr>
              <a:defRPr sz="1350" b="1">
                <a:solidFill>
                  <a:srgbClr val="111111"/>
                </a:solidFill>
              </a:defRPr>
            </a:lvl3pPr>
            <a:lvl4pPr>
              <a:defRPr sz="1350" b="1">
                <a:solidFill>
                  <a:srgbClr val="111111"/>
                </a:solidFill>
              </a:defRPr>
            </a:lvl4pPr>
            <a:lvl5pPr>
              <a:defRPr sz="1350" b="1">
                <a:solidFill>
                  <a:srgbClr val="111111"/>
                </a:solidFill>
              </a:defRPr>
            </a:lvl5pPr>
            <a:lvl6pPr>
              <a:defRPr sz="1350" b="1">
                <a:solidFill>
                  <a:srgbClr val="111111"/>
                </a:solidFill>
              </a:defRPr>
            </a:lvl6pPr>
            <a:lvl7pPr>
              <a:defRPr sz="1350" b="1">
                <a:solidFill>
                  <a:srgbClr val="111111"/>
                </a:solidFill>
              </a:defRPr>
            </a:lvl7pPr>
            <a:lvl8pPr>
              <a:defRPr sz="1350" b="1">
                <a:solidFill>
                  <a:srgbClr val="111111"/>
                </a:solidFill>
              </a:defRPr>
            </a:lvl8pPr>
            <a:lvl9pPr>
              <a:defRPr sz="13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Production gets easier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E325EB-8A64-44D8-84F8-C89766E0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245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6B67"/>
                </a:solidFill>
              </a:defRPr>
            </a:defPPr>
            <a:lvl1pPr>
              <a:defRPr sz="1200" b="0">
                <a:solidFill>
                  <a:srgbClr val="6B6B67"/>
                </a:solidFill>
              </a:defRPr>
            </a:lvl1pPr>
            <a:lvl2pPr>
              <a:defRPr sz="1200" b="0">
                <a:solidFill>
                  <a:srgbClr val="6B6B67"/>
                </a:solidFill>
              </a:defRPr>
            </a:lvl2pPr>
            <a:lvl3pPr>
              <a:defRPr sz="1200" b="0">
                <a:solidFill>
                  <a:srgbClr val="6B6B67"/>
                </a:solidFill>
              </a:defRPr>
            </a:lvl3pPr>
            <a:lvl4pPr>
              <a:defRPr sz="1200" b="0">
                <a:solidFill>
                  <a:srgbClr val="6B6B67"/>
                </a:solidFill>
              </a:defRPr>
            </a:lvl4pPr>
            <a:lvl5pPr>
              <a:defRPr sz="1200" b="0">
                <a:solidFill>
                  <a:srgbClr val="6B6B67"/>
                </a:solidFill>
              </a:defRPr>
            </a:lvl5pPr>
            <a:lvl6pPr>
              <a:defRPr sz="1200" b="0">
                <a:solidFill>
                  <a:srgbClr val="6B6B67"/>
                </a:solidFill>
              </a:defRPr>
            </a:lvl6pPr>
            <a:lvl7pPr>
              <a:defRPr sz="1200" b="0">
                <a:solidFill>
                  <a:srgbClr val="6B6B67"/>
                </a:solidFill>
              </a:defRPr>
            </a:lvl7pPr>
            <a:lvl8pPr>
              <a:defRPr sz="1200" b="0">
                <a:solidFill>
                  <a:srgbClr val="6B6B67"/>
                </a:solidFill>
              </a:defRPr>
            </a:lvl8pPr>
            <a:lvl9pPr>
              <a:defRPr sz="1200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6B67"/>
                </a:solidFill>
              </a:defRPr>
            </a:pPr>
            <a:r>
              <a:rPr sz="1200" b="0">
                <a:solidFill>
                  <a:srgbClr val="6B6B67"/>
                </a:solidFill>
              </a:rPr>
              <a:t>Clear specifications reduce guesswork and prevent visual drift.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8272B9-32D5-4D3B-9FA9-699179E0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00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B6B67"/>
                </a:solidFill>
              </a:defRPr>
            </a:defPPr>
            <a:lvl1pPr>
              <a:defRPr sz="825" b="1">
                <a:solidFill>
                  <a:srgbClr val="6B6B67"/>
                </a:solidFill>
              </a:defRPr>
            </a:lvl1pPr>
            <a:lvl2pPr>
              <a:defRPr sz="825" b="1">
                <a:solidFill>
                  <a:srgbClr val="6B6B67"/>
                </a:solidFill>
              </a:defRPr>
            </a:lvl2pPr>
            <a:lvl3pPr>
              <a:defRPr sz="825" b="1">
                <a:solidFill>
                  <a:srgbClr val="6B6B67"/>
                </a:solidFill>
              </a:defRPr>
            </a:lvl3pPr>
            <a:lvl4pPr>
              <a:defRPr sz="825" b="1">
                <a:solidFill>
                  <a:srgbClr val="6B6B67"/>
                </a:solidFill>
              </a:defRPr>
            </a:lvl4pPr>
            <a:lvl5pPr>
              <a:defRPr sz="825" b="1">
                <a:solidFill>
                  <a:srgbClr val="6B6B67"/>
                </a:solidFill>
              </a:defRPr>
            </a:lvl5pPr>
            <a:lvl6pPr>
              <a:defRPr sz="825" b="1">
                <a:solidFill>
                  <a:srgbClr val="6B6B67"/>
                </a:solidFill>
              </a:defRPr>
            </a:lvl6pPr>
            <a:lvl7pPr>
              <a:defRPr sz="825" b="1">
                <a:solidFill>
                  <a:srgbClr val="6B6B67"/>
                </a:solidFill>
              </a:defRPr>
            </a:lvl7pPr>
            <a:lvl8pPr>
              <a:defRPr sz="825" b="1">
                <a:solidFill>
                  <a:srgbClr val="6B6B67"/>
                </a:solidFill>
              </a:defRPr>
            </a:lvl8pPr>
            <a:lvl9pPr>
              <a:defRPr sz="825" b="1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B6B67"/>
                </a:solidFill>
              </a:defRPr>
            </a:pPr>
            <a:r>
              <a:rPr sz="825" b="1">
                <a:solidFill>
                  <a:srgbClr val="6B6B67"/>
                </a:solidFill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9328881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DEA07D-B469-48A1-8208-2084EFBD37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410a403ab496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686FE-945E-4148-9D02-1F6D7ACD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DEEC1-378C-4828-ADFA-7D39D82E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315DF2"/>
                </a:solidFill>
              </a:defRPr>
            </a:defPPr>
            <a:lvl1pPr>
              <a:defRPr sz="900" b="1">
                <a:solidFill>
                  <a:srgbClr val="315DF2"/>
                </a:solidFill>
              </a:defRPr>
            </a:lvl1pPr>
            <a:lvl2pPr>
              <a:defRPr sz="900" b="1">
                <a:solidFill>
                  <a:srgbClr val="315DF2"/>
                </a:solidFill>
              </a:defRPr>
            </a:lvl2pPr>
            <a:lvl3pPr>
              <a:defRPr sz="900" b="1">
                <a:solidFill>
                  <a:srgbClr val="315DF2"/>
                </a:solidFill>
              </a:defRPr>
            </a:lvl3pPr>
            <a:lvl4pPr>
              <a:defRPr sz="900" b="1">
                <a:solidFill>
                  <a:srgbClr val="315DF2"/>
                </a:solidFill>
              </a:defRPr>
            </a:lvl4pPr>
            <a:lvl5pPr>
              <a:defRPr sz="900" b="1">
                <a:solidFill>
                  <a:srgbClr val="315DF2"/>
                </a:solidFill>
              </a:defRPr>
            </a:lvl5pPr>
            <a:lvl6pPr>
              <a:defRPr sz="900" b="1">
                <a:solidFill>
                  <a:srgbClr val="315DF2"/>
                </a:solidFill>
              </a:defRPr>
            </a:lvl6pPr>
            <a:lvl7pPr>
              <a:defRPr sz="900" b="1">
                <a:solidFill>
                  <a:srgbClr val="315DF2"/>
                </a:solidFill>
              </a:defRPr>
            </a:lvl7pPr>
            <a:lvl8pPr>
              <a:defRPr sz="900" b="1">
                <a:solidFill>
                  <a:srgbClr val="315DF2"/>
                </a:solidFill>
              </a:defRPr>
            </a:lvl8pPr>
            <a:lvl9pPr>
              <a:defRPr sz="900" b="1">
                <a:solidFill>
                  <a:srgbClr val="315DF2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315DF2"/>
                </a:solidFill>
              </a:defRPr>
            </a:pPr>
            <a:r>
              <a:rPr sz="900" b="1">
                <a:solidFill>
                  <a:srgbClr val="315DF2"/>
                </a:solidFill>
              </a:rPr>
              <a:t>BUSINESS-CARD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6B3EB-FF95-4A09-8899-3A83351D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3714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The identity in print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313FA-6264-4722-9876-A7026ADB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619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9D8D3"/>
                </a:solidFill>
              </a:defRPr>
            </a:defPPr>
            <a:lvl1pPr>
              <a:defRPr sz="1575" b="0">
                <a:solidFill>
                  <a:srgbClr val="D9D8D3"/>
                </a:solidFill>
              </a:defRPr>
            </a:lvl1pPr>
            <a:lvl2pPr>
              <a:defRPr sz="1575" b="0">
                <a:solidFill>
                  <a:srgbClr val="D9D8D3"/>
                </a:solidFill>
              </a:defRPr>
            </a:lvl2pPr>
            <a:lvl3pPr>
              <a:defRPr sz="1575" b="0">
                <a:solidFill>
                  <a:srgbClr val="D9D8D3"/>
                </a:solidFill>
              </a:defRPr>
            </a:lvl3pPr>
            <a:lvl4pPr>
              <a:defRPr sz="1575" b="0">
                <a:solidFill>
                  <a:srgbClr val="D9D8D3"/>
                </a:solidFill>
              </a:defRPr>
            </a:lvl4pPr>
            <a:lvl5pPr>
              <a:defRPr sz="1575" b="0">
                <a:solidFill>
                  <a:srgbClr val="D9D8D3"/>
                </a:solidFill>
              </a:defRPr>
            </a:lvl5pPr>
            <a:lvl6pPr>
              <a:defRPr sz="1575" b="0">
                <a:solidFill>
                  <a:srgbClr val="D9D8D3"/>
                </a:solidFill>
              </a:defRPr>
            </a:lvl6pPr>
            <a:lvl7pPr>
              <a:defRPr sz="1575" b="0">
                <a:solidFill>
                  <a:srgbClr val="D9D8D3"/>
                </a:solidFill>
              </a:defRPr>
            </a:lvl7pPr>
            <a:lvl8pPr>
              <a:defRPr sz="1575" b="0">
                <a:solidFill>
                  <a:srgbClr val="D9D8D3"/>
                </a:solidFill>
              </a:defRPr>
            </a:lvl8pPr>
            <a:lvl9pPr>
              <a:defRPr sz="1575" b="0">
                <a:solidFill>
                  <a:srgbClr val="D9D8D3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9D8D3"/>
                </a:solidFill>
              </a:defRPr>
            </a:pPr>
            <a:r>
              <a:rPr sz="1575" b="0">
                <a:solidFill>
                  <a:srgbClr val="D9D8D3"/>
                </a:solidFill>
              </a:rPr>
              <a:t>The logo holds its character on dark stock and warm ivory.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BC35D-BD53-4EEC-A55D-180E5E20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27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18960-2BAC-4466-9839-35D138F9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Full matchstick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C49B3-06A8-469F-9DA7-FF0B993A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38600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15DF2"/>
                </a:solidFill>
              </a:defRPr>
            </a:defPPr>
            <a:lvl1pPr>
              <a:defRPr sz="1200" b="0">
                <a:solidFill>
                  <a:srgbClr val="315DF2"/>
                </a:solidFill>
              </a:defRPr>
            </a:lvl1pPr>
            <a:lvl2pPr>
              <a:defRPr sz="1200" b="0">
                <a:solidFill>
                  <a:srgbClr val="315DF2"/>
                </a:solidFill>
              </a:defRPr>
            </a:lvl2pPr>
            <a:lvl3pPr>
              <a:defRPr sz="1200" b="0">
                <a:solidFill>
                  <a:srgbClr val="315DF2"/>
                </a:solidFill>
              </a:defRPr>
            </a:lvl3pPr>
            <a:lvl4pPr>
              <a:defRPr sz="1200" b="0">
                <a:solidFill>
                  <a:srgbClr val="315DF2"/>
                </a:solidFill>
              </a:defRPr>
            </a:lvl4pPr>
            <a:lvl5pPr>
              <a:defRPr sz="1200" b="0">
                <a:solidFill>
                  <a:srgbClr val="315DF2"/>
                </a:solidFill>
              </a:defRPr>
            </a:lvl5pPr>
            <a:lvl6pPr>
              <a:defRPr sz="1200" b="0">
                <a:solidFill>
                  <a:srgbClr val="315DF2"/>
                </a:solidFill>
              </a:defRPr>
            </a:lvl6pPr>
            <a:lvl7pPr>
              <a:defRPr sz="1200" b="0">
                <a:solidFill>
                  <a:srgbClr val="315DF2"/>
                </a:solidFill>
              </a:defRPr>
            </a:lvl7pPr>
            <a:lvl8pPr>
              <a:defRPr sz="1200" b="0">
                <a:solidFill>
                  <a:srgbClr val="315DF2"/>
                </a:solidFill>
              </a:defRPr>
            </a:lvl8pPr>
            <a:lvl9pPr>
              <a:defRPr sz="1200" b="0">
                <a:solidFill>
                  <a:srgbClr val="315DF2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315DF2"/>
                </a:solidFill>
              </a:defRPr>
            </a:pPr>
            <a:r>
              <a:rPr sz="1200" b="0">
                <a:solidFill>
                  <a:srgbClr val="315DF2"/>
                </a:solidFill>
              </a:rPr>
              <a:t>Visible in both applications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149CE-5E7A-413C-80C9-9CD19854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Colour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3A8ED-C838-4DCE-AF35-A045A852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15DF2"/>
                </a:solidFill>
              </a:defRPr>
            </a:defPPr>
            <a:lvl1pPr>
              <a:defRPr sz="1200" b="0">
                <a:solidFill>
                  <a:srgbClr val="315DF2"/>
                </a:solidFill>
              </a:defRPr>
            </a:lvl1pPr>
            <a:lvl2pPr>
              <a:defRPr sz="1200" b="0">
                <a:solidFill>
                  <a:srgbClr val="315DF2"/>
                </a:solidFill>
              </a:defRPr>
            </a:lvl2pPr>
            <a:lvl3pPr>
              <a:defRPr sz="1200" b="0">
                <a:solidFill>
                  <a:srgbClr val="315DF2"/>
                </a:solidFill>
              </a:defRPr>
            </a:lvl3pPr>
            <a:lvl4pPr>
              <a:defRPr sz="1200" b="0">
                <a:solidFill>
                  <a:srgbClr val="315DF2"/>
                </a:solidFill>
              </a:defRPr>
            </a:lvl4pPr>
            <a:lvl5pPr>
              <a:defRPr sz="1200" b="0">
                <a:solidFill>
                  <a:srgbClr val="315DF2"/>
                </a:solidFill>
              </a:defRPr>
            </a:lvl5pPr>
            <a:lvl6pPr>
              <a:defRPr sz="1200" b="0">
                <a:solidFill>
                  <a:srgbClr val="315DF2"/>
                </a:solidFill>
              </a:defRPr>
            </a:lvl6pPr>
            <a:lvl7pPr>
              <a:defRPr sz="1200" b="0">
                <a:solidFill>
                  <a:srgbClr val="315DF2"/>
                </a:solidFill>
              </a:defRPr>
            </a:lvl7pPr>
            <a:lvl8pPr>
              <a:defRPr sz="1200" b="0">
                <a:solidFill>
                  <a:srgbClr val="315DF2"/>
                </a:solidFill>
              </a:defRPr>
            </a:lvl8pPr>
            <a:lvl9pPr>
              <a:defRPr sz="1200" b="0">
                <a:solidFill>
                  <a:srgbClr val="315DF2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315DF2"/>
                </a:solidFill>
              </a:defRPr>
            </a:pPr>
            <a:r>
              <a:rPr sz="1200" b="0">
                <a:solidFill>
                  <a:srgbClr val="315DF2"/>
                </a:solidFill>
              </a:rPr>
              <a:t>Consistent across stocks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3756EB-697A-4FCF-AC18-740389AF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A9A9A3"/>
                </a:solidFill>
              </a:defRPr>
            </a:defPPr>
            <a:lvl1pPr>
              <a:defRPr sz="900" b="0">
                <a:solidFill>
                  <a:srgbClr val="A9A9A3"/>
                </a:solidFill>
              </a:defRPr>
            </a:lvl1pPr>
            <a:lvl2pPr>
              <a:defRPr sz="900" b="0">
                <a:solidFill>
                  <a:srgbClr val="A9A9A3"/>
                </a:solidFill>
              </a:defRPr>
            </a:lvl2pPr>
            <a:lvl3pPr>
              <a:defRPr sz="900" b="0">
                <a:solidFill>
                  <a:srgbClr val="A9A9A3"/>
                </a:solidFill>
              </a:defRPr>
            </a:lvl3pPr>
            <a:lvl4pPr>
              <a:defRPr sz="900" b="0">
                <a:solidFill>
                  <a:srgbClr val="A9A9A3"/>
                </a:solidFill>
              </a:defRPr>
            </a:lvl4pPr>
            <a:lvl5pPr>
              <a:defRPr sz="900" b="0">
                <a:solidFill>
                  <a:srgbClr val="A9A9A3"/>
                </a:solidFill>
              </a:defRPr>
            </a:lvl5pPr>
            <a:lvl6pPr>
              <a:defRPr sz="900" b="0">
                <a:solidFill>
                  <a:srgbClr val="A9A9A3"/>
                </a:solidFill>
              </a:defRPr>
            </a:lvl6pPr>
            <a:lvl7pPr>
              <a:defRPr sz="900" b="0">
                <a:solidFill>
                  <a:srgbClr val="A9A9A3"/>
                </a:solidFill>
              </a:defRPr>
            </a:lvl7pPr>
            <a:lvl8pPr>
              <a:defRPr sz="900" b="0">
                <a:solidFill>
                  <a:srgbClr val="A9A9A3"/>
                </a:solidFill>
              </a:defRPr>
            </a:lvl8pPr>
            <a:lvl9pPr>
              <a:defRPr sz="900" b="0">
                <a:solidFill>
                  <a:srgbClr val="A9A9A3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A9A9A3"/>
                </a:solidFill>
              </a:defRPr>
            </a:pPr>
            <a:r>
              <a:rPr sz="900" b="0">
                <a:solidFill>
                  <a:srgbClr val="A9A9A3"/>
                </a:solidFill>
              </a:rPr>
              <a:t>Concept visualization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9D85B-619A-45AD-8243-989CB6AD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00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C8C8C2"/>
                </a:solidFill>
              </a:defRPr>
            </a:defPPr>
            <a:lvl1pPr>
              <a:defRPr sz="825" b="1">
                <a:solidFill>
                  <a:srgbClr val="C8C8C2"/>
                </a:solidFill>
              </a:defRPr>
            </a:lvl1pPr>
            <a:lvl2pPr>
              <a:defRPr sz="825" b="1">
                <a:solidFill>
                  <a:srgbClr val="C8C8C2"/>
                </a:solidFill>
              </a:defRPr>
            </a:lvl2pPr>
            <a:lvl3pPr>
              <a:defRPr sz="825" b="1">
                <a:solidFill>
                  <a:srgbClr val="C8C8C2"/>
                </a:solidFill>
              </a:defRPr>
            </a:lvl3pPr>
            <a:lvl4pPr>
              <a:defRPr sz="825" b="1">
                <a:solidFill>
                  <a:srgbClr val="C8C8C2"/>
                </a:solidFill>
              </a:defRPr>
            </a:lvl4pPr>
            <a:lvl5pPr>
              <a:defRPr sz="825" b="1">
                <a:solidFill>
                  <a:srgbClr val="C8C8C2"/>
                </a:solidFill>
              </a:defRPr>
            </a:lvl5pPr>
            <a:lvl6pPr>
              <a:defRPr sz="825" b="1">
                <a:solidFill>
                  <a:srgbClr val="C8C8C2"/>
                </a:solidFill>
              </a:defRPr>
            </a:lvl6pPr>
            <a:lvl7pPr>
              <a:defRPr sz="825" b="1">
                <a:solidFill>
                  <a:srgbClr val="C8C8C2"/>
                </a:solidFill>
              </a:defRPr>
            </a:lvl7pPr>
            <a:lvl8pPr>
              <a:defRPr sz="825" b="1">
                <a:solidFill>
                  <a:srgbClr val="C8C8C2"/>
                </a:solidFill>
              </a:defRPr>
            </a:lvl8pPr>
            <a:lvl9pPr>
              <a:defRPr sz="825" b="1">
                <a:solidFill>
                  <a:srgbClr val="C8C8C2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C8C8C2"/>
                </a:solidFill>
              </a:defRPr>
            </a:pPr>
            <a:r>
              <a:rPr sz="825" b="1">
                <a:solidFill>
                  <a:srgbClr val="C8C8C2"/>
                </a:solidFill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7942980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4C74CF-EDDD-4A7D-A500-A6ECFF2FA5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6be6b0f51c4f5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D2B82-220C-4F74-860D-8E5DF7FC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0AA2F-2ADC-48FF-877F-F1E11FCE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315DF2"/>
                </a:solidFill>
              </a:defRPr>
            </a:defPPr>
            <a:lvl1pPr>
              <a:defRPr sz="900" b="1">
                <a:solidFill>
                  <a:srgbClr val="315DF2"/>
                </a:solidFill>
              </a:defRPr>
            </a:lvl1pPr>
            <a:lvl2pPr>
              <a:defRPr sz="900" b="1">
                <a:solidFill>
                  <a:srgbClr val="315DF2"/>
                </a:solidFill>
              </a:defRPr>
            </a:lvl2pPr>
            <a:lvl3pPr>
              <a:defRPr sz="900" b="1">
                <a:solidFill>
                  <a:srgbClr val="315DF2"/>
                </a:solidFill>
              </a:defRPr>
            </a:lvl3pPr>
            <a:lvl4pPr>
              <a:defRPr sz="900" b="1">
                <a:solidFill>
                  <a:srgbClr val="315DF2"/>
                </a:solidFill>
              </a:defRPr>
            </a:lvl4pPr>
            <a:lvl5pPr>
              <a:defRPr sz="900" b="1">
                <a:solidFill>
                  <a:srgbClr val="315DF2"/>
                </a:solidFill>
              </a:defRPr>
            </a:lvl5pPr>
            <a:lvl6pPr>
              <a:defRPr sz="900" b="1">
                <a:solidFill>
                  <a:srgbClr val="315DF2"/>
                </a:solidFill>
              </a:defRPr>
            </a:lvl6pPr>
            <a:lvl7pPr>
              <a:defRPr sz="900" b="1">
                <a:solidFill>
                  <a:srgbClr val="315DF2"/>
                </a:solidFill>
              </a:defRPr>
            </a:lvl7pPr>
            <a:lvl8pPr>
              <a:defRPr sz="900" b="1">
                <a:solidFill>
                  <a:srgbClr val="315DF2"/>
                </a:solidFill>
              </a:defRPr>
            </a:lvl8pPr>
            <a:lvl9pPr>
              <a:defRPr sz="900" b="1">
                <a:solidFill>
                  <a:srgbClr val="315DF2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315DF2"/>
                </a:solidFill>
              </a:defRPr>
            </a:pPr>
            <a:r>
              <a:rPr sz="900" b="1">
                <a:solidFill>
                  <a:srgbClr val="315DF2"/>
                </a:solidFill>
              </a:rPr>
              <a:t>LETTERHEAD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2C675-B6F0-46FE-82C8-A38484B6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3714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 clear first impression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66854-A892-4C34-8C49-400E56F8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619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9D8D3"/>
                </a:solidFill>
              </a:defRPr>
            </a:defPPr>
            <a:lvl1pPr>
              <a:defRPr sz="1575" b="0">
                <a:solidFill>
                  <a:srgbClr val="D9D8D3"/>
                </a:solidFill>
              </a:defRPr>
            </a:lvl1pPr>
            <a:lvl2pPr>
              <a:defRPr sz="1575" b="0">
                <a:solidFill>
                  <a:srgbClr val="D9D8D3"/>
                </a:solidFill>
              </a:defRPr>
            </a:lvl2pPr>
            <a:lvl3pPr>
              <a:defRPr sz="1575" b="0">
                <a:solidFill>
                  <a:srgbClr val="D9D8D3"/>
                </a:solidFill>
              </a:defRPr>
            </a:lvl3pPr>
            <a:lvl4pPr>
              <a:defRPr sz="1575" b="0">
                <a:solidFill>
                  <a:srgbClr val="D9D8D3"/>
                </a:solidFill>
              </a:defRPr>
            </a:lvl4pPr>
            <a:lvl5pPr>
              <a:defRPr sz="1575" b="0">
                <a:solidFill>
                  <a:srgbClr val="D9D8D3"/>
                </a:solidFill>
              </a:defRPr>
            </a:lvl5pPr>
            <a:lvl6pPr>
              <a:defRPr sz="1575" b="0">
                <a:solidFill>
                  <a:srgbClr val="D9D8D3"/>
                </a:solidFill>
              </a:defRPr>
            </a:lvl6pPr>
            <a:lvl7pPr>
              <a:defRPr sz="1575" b="0">
                <a:solidFill>
                  <a:srgbClr val="D9D8D3"/>
                </a:solidFill>
              </a:defRPr>
            </a:lvl7pPr>
            <a:lvl8pPr>
              <a:defRPr sz="1575" b="0">
                <a:solidFill>
                  <a:srgbClr val="D9D8D3"/>
                </a:solidFill>
              </a:defRPr>
            </a:lvl8pPr>
            <a:lvl9pPr>
              <a:defRPr sz="1575" b="0">
                <a:solidFill>
                  <a:srgbClr val="D9D8D3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9D8D3"/>
                </a:solidFill>
              </a:defRPr>
            </a:pPr>
            <a:r>
              <a:rPr sz="1575" b="0">
                <a:solidFill>
                  <a:srgbClr val="D9D8D3"/>
                </a:solidFill>
              </a:rPr>
              <a:t>The horizontal lockup anchors formal communication without overpowering the message.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3D671-6D43-4038-B63E-850F30FE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27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8E7D4-4B1F-4ADD-B22D-CA66AA1F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Placement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14583-468B-483A-BF0E-E4D7FF90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38600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15DF2"/>
                </a:solidFill>
              </a:defRPr>
            </a:defPPr>
            <a:lvl1pPr>
              <a:defRPr sz="1200" b="0">
                <a:solidFill>
                  <a:srgbClr val="315DF2"/>
                </a:solidFill>
              </a:defRPr>
            </a:lvl1pPr>
            <a:lvl2pPr>
              <a:defRPr sz="1200" b="0">
                <a:solidFill>
                  <a:srgbClr val="315DF2"/>
                </a:solidFill>
              </a:defRPr>
            </a:lvl2pPr>
            <a:lvl3pPr>
              <a:defRPr sz="1200" b="0">
                <a:solidFill>
                  <a:srgbClr val="315DF2"/>
                </a:solidFill>
              </a:defRPr>
            </a:lvl3pPr>
            <a:lvl4pPr>
              <a:defRPr sz="1200" b="0">
                <a:solidFill>
                  <a:srgbClr val="315DF2"/>
                </a:solidFill>
              </a:defRPr>
            </a:lvl4pPr>
            <a:lvl5pPr>
              <a:defRPr sz="1200" b="0">
                <a:solidFill>
                  <a:srgbClr val="315DF2"/>
                </a:solidFill>
              </a:defRPr>
            </a:lvl5pPr>
            <a:lvl6pPr>
              <a:defRPr sz="1200" b="0">
                <a:solidFill>
                  <a:srgbClr val="315DF2"/>
                </a:solidFill>
              </a:defRPr>
            </a:lvl6pPr>
            <a:lvl7pPr>
              <a:defRPr sz="1200" b="0">
                <a:solidFill>
                  <a:srgbClr val="315DF2"/>
                </a:solidFill>
              </a:defRPr>
            </a:lvl7pPr>
            <a:lvl8pPr>
              <a:defRPr sz="1200" b="0">
                <a:solidFill>
                  <a:srgbClr val="315DF2"/>
                </a:solidFill>
              </a:defRPr>
            </a:lvl8pPr>
            <a:lvl9pPr>
              <a:defRPr sz="1200" b="0">
                <a:solidFill>
                  <a:srgbClr val="315DF2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315DF2"/>
                </a:solidFill>
              </a:defRPr>
            </a:pPr>
            <a:r>
              <a:rPr sz="1200" b="0">
                <a:solidFill>
                  <a:srgbClr val="315DF2"/>
                </a:solidFill>
              </a:rPr>
              <a:t>Upper-left with generous space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C7432-402B-4266-98CD-40B729BE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Benefit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7B581-4A19-489E-9461-605AD86E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15DF2"/>
                </a:solidFill>
              </a:defRPr>
            </a:defPPr>
            <a:lvl1pPr>
              <a:defRPr sz="1200" b="0">
                <a:solidFill>
                  <a:srgbClr val="315DF2"/>
                </a:solidFill>
              </a:defRPr>
            </a:lvl1pPr>
            <a:lvl2pPr>
              <a:defRPr sz="1200" b="0">
                <a:solidFill>
                  <a:srgbClr val="315DF2"/>
                </a:solidFill>
              </a:defRPr>
            </a:lvl2pPr>
            <a:lvl3pPr>
              <a:defRPr sz="1200" b="0">
                <a:solidFill>
                  <a:srgbClr val="315DF2"/>
                </a:solidFill>
              </a:defRPr>
            </a:lvl3pPr>
            <a:lvl4pPr>
              <a:defRPr sz="1200" b="0">
                <a:solidFill>
                  <a:srgbClr val="315DF2"/>
                </a:solidFill>
              </a:defRPr>
            </a:lvl4pPr>
            <a:lvl5pPr>
              <a:defRPr sz="1200" b="0">
                <a:solidFill>
                  <a:srgbClr val="315DF2"/>
                </a:solidFill>
              </a:defRPr>
            </a:lvl5pPr>
            <a:lvl6pPr>
              <a:defRPr sz="1200" b="0">
                <a:solidFill>
                  <a:srgbClr val="315DF2"/>
                </a:solidFill>
              </a:defRPr>
            </a:lvl6pPr>
            <a:lvl7pPr>
              <a:defRPr sz="1200" b="0">
                <a:solidFill>
                  <a:srgbClr val="315DF2"/>
                </a:solidFill>
              </a:defRPr>
            </a:lvl7pPr>
            <a:lvl8pPr>
              <a:defRPr sz="1200" b="0">
                <a:solidFill>
                  <a:srgbClr val="315DF2"/>
                </a:solidFill>
              </a:defRPr>
            </a:lvl8pPr>
            <a:lvl9pPr>
              <a:defRPr sz="1200" b="0">
                <a:solidFill>
                  <a:srgbClr val="315DF2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315DF2"/>
                </a:solidFill>
              </a:defRPr>
            </a:pPr>
            <a:r>
              <a:rPr sz="1200" b="0">
                <a:solidFill>
                  <a:srgbClr val="315DF2"/>
                </a:solidFill>
              </a:rPr>
              <a:t>Easy to recognize at a glance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9DD5BD-D799-41AE-96E6-B6DD1980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A9A9A3"/>
                </a:solidFill>
              </a:defRPr>
            </a:defPPr>
            <a:lvl1pPr>
              <a:defRPr sz="900" b="0">
                <a:solidFill>
                  <a:srgbClr val="A9A9A3"/>
                </a:solidFill>
              </a:defRPr>
            </a:lvl1pPr>
            <a:lvl2pPr>
              <a:defRPr sz="900" b="0">
                <a:solidFill>
                  <a:srgbClr val="A9A9A3"/>
                </a:solidFill>
              </a:defRPr>
            </a:lvl2pPr>
            <a:lvl3pPr>
              <a:defRPr sz="900" b="0">
                <a:solidFill>
                  <a:srgbClr val="A9A9A3"/>
                </a:solidFill>
              </a:defRPr>
            </a:lvl3pPr>
            <a:lvl4pPr>
              <a:defRPr sz="900" b="0">
                <a:solidFill>
                  <a:srgbClr val="A9A9A3"/>
                </a:solidFill>
              </a:defRPr>
            </a:lvl4pPr>
            <a:lvl5pPr>
              <a:defRPr sz="900" b="0">
                <a:solidFill>
                  <a:srgbClr val="A9A9A3"/>
                </a:solidFill>
              </a:defRPr>
            </a:lvl5pPr>
            <a:lvl6pPr>
              <a:defRPr sz="900" b="0">
                <a:solidFill>
                  <a:srgbClr val="A9A9A3"/>
                </a:solidFill>
              </a:defRPr>
            </a:lvl6pPr>
            <a:lvl7pPr>
              <a:defRPr sz="900" b="0">
                <a:solidFill>
                  <a:srgbClr val="A9A9A3"/>
                </a:solidFill>
              </a:defRPr>
            </a:lvl7pPr>
            <a:lvl8pPr>
              <a:defRPr sz="900" b="0">
                <a:solidFill>
                  <a:srgbClr val="A9A9A3"/>
                </a:solidFill>
              </a:defRPr>
            </a:lvl8pPr>
            <a:lvl9pPr>
              <a:defRPr sz="900" b="0">
                <a:solidFill>
                  <a:srgbClr val="A9A9A3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A9A9A3"/>
                </a:solidFill>
              </a:defRPr>
            </a:pPr>
            <a:r>
              <a:rPr sz="900" b="0">
                <a:solidFill>
                  <a:srgbClr val="A9A9A3"/>
                </a:solidFill>
              </a:rPr>
              <a:t>Concept visualization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44DCFD-E9C6-4808-907E-108B4167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00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C8C8C2"/>
                </a:solidFill>
              </a:defRPr>
            </a:defPPr>
            <a:lvl1pPr>
              <a:defRPr sz="825" b="1">
                <a:solidFill>
                  <a:srgbClr val="C8C8C2"/>
                </a:solidFill>
              </a:defRPr>
            </a:lvl1pPr>
            <a:lvl2pPr>
              <a:defRPr sz="825" b="1">
                <a:solidFill>
                  <a:srgbClr val="C8C8C2"/>
                </a:solidFill>
              </a:defRPr>
            </a:lvl2pPr>
            <a:lvl3pPr>
              <a:defRPr sz="825" b="1">
                <a:solidFill>
                  <a:srgbClr val="C8C8C2"/>
                </a:solidFill>
              </a:defRPr>
            </a:lvl3pPr>
            <a:lvl4pPr>
              <a:defRPr sz="825" b="1">
                <a:solidFill>
                  <a:srgbClr val="C8C8C2"/>
                </a:solidFill>
              </a:defRPr>
            </a:lvl4pPr>
            <a:lvl5pPr>
              <a:defRPr sz="825" b="1">
                <a:solidFill>
                  <a:srgbClr val="C8C8C2"/>
                </a:solidFill>
              </a:defRPr>
            </a:lvl5pPr>
            <a:lvl6pPr>
              <a:defRPr sz="825" b="1">
                <a:solidFill>
                  <a:srgbClr val="C8C8C2"/>
                </a:solidFill>
              </a:defRPr>
            </a:lvl6pPr>
            <a:lvl7pPr>
              <a:defRPr sz="825" b="1">
                <a:solidFill>
                  <a:srgbClr val="C8C8C2"/>
                </a:solidFill>
              </a:defRPr>
            </a:lvl7pPr>
            <a:lvl8pPr>
              <a:defRPr sz="825" b="1">
                <a:solidFill>
                  <a:srgbClr val="C8C8C2"/>
                </a:solidFill>
              </a:defRPr>
            </a:lvl8pPr>
            <a:lvl9pPr>
              <a:defRPr sz="825" b="1">
                <a:solidFill>
                  <a:srgbClr val="C8C8C2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C8C8C2"/>
                </a:solidFill>
              </a:defRPr>
            </a:pPr>
            <a:r>
              <a:rPr sz="825" b="1">
                <a:solidFill>
                  <a:srgbClr val="C8C8C2"/>
                </a:solidFill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17976847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64200B-2BAB-4903-96C5-14574C975C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66357ab80427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A0671-1D2B-4A44-8D48-D346E8E8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38030-990F-45E7-AA41-D8613E2E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315DF2"/>
                </a:solidFill>
              </a:defRPr>
            </a:defPPr>
            <a:lvl1pPr>
              <a:defRPr sz="900" b="1">
                <a:solidFill>
                  <a:srgbClr val="315DF2"/>
                </a:solidFill>
              </a:defRPr>
            </a:lvl1pPr>
            <a:lvl2pPr>
              <a:defRPr sz="900" b="1">
                <a:solidFill>
                  <a:srgbClr val="315DF2"/>
                </a:solidFill>
              </a:defRPr>
            </a:lvl2pPr>
            <a:lvl3pPr>
              <a:defRPr sz="900" b="1">
                <a:solidFill>
                  <a:srgbClr val="315DF2"/>
                </a:solidFill>
              </a:defRPr>
            </a:lvl3pPr>
            <a:lvl4pPr>
              <a:defRPr sz="900" b="1">
                <a:solidFill>
                  <a:srgbClr val="315DF2"/>
                </a:solidFill>
              </a:defRPr>
            </a:lvl4pPr>
            <a:lvl5pPr>
              <a:defRPr sz="900" b="1">
                <a:solidFill>
                  <a:srgbClr val="315DF2"/>
                </a:solidFill>
              </a:defRPr>
            </a:lvl5pPr>
            <a:lvl6pPr>
              <a:defRPr sz="900" b="1">
                <a:solidFill>
                  <a:srgbClr val="315DF2"/>
                </a:solidFill>
              </a:defRPr>
            </a:lvl6pPr>
            <a:lvl7pPr>
              <a:defRPr sz="900" b="1">
                <a:solidFill>
                  <a:srgbClr val="315DF2"/>
                </a:solidFill>
              </a:defRPr>
            </a:lvl7pPr>
            <a:lvl8pPr>
              <a:defRPr sz="900" b="1">
                <a:solidFill>
                  <a:srgbClr val="315DF2"/>
                </a:solidFill>
              </a:defRPr>
            </a:lvl8pPr>
            <a:lvl9pPr>
              <a:defRPr sz="900" b="1">
                <a:solidFill>
                  <a:srgbClr val="315DF2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315DF2"/>
                </a:solidFill>
              </a:defRPr>
            </a:pPr>
            <a:r>
              <a:rPr sz="900" b="1">
                <a:solidFill>
                  <a:srgbClr val="315DF2"/>
                </a:solidFill>
              </a:rPr>
              <a:t>EMAIL SIGNATURE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EF90C-5917-4B0D-81D1-68F9487F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3714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Recognition in every reply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AD260-B8AD-4772-956F-22E11F6B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619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9D8D3"/>
                </a:solidFill>
              </a:defRPr>
            </a:defPPr>
            <a:lvl1pPr>
              <a:defRPr sz="1575" b="0">
                <a:solidFill>
                  <a:srgbClr val="D9D8D3"/>
                </a:solidFill>
              </a:defRPr>
            </a:lvl1pPr>
            <a:lvl2pPr>
              <a:defRPr sz="1575" b="0">
                <a:solidFill>
                  <a:srgbClr val="D9D8D3"/>
                </a:solidFill>
              </a:defRPr>
            </a:lvl2pPr>
            <a:lvl3pPr>
              <a:defRPr sz="1575" b="0">
                <a:solidFill>
                  <a:srgbClr val="D9D8D3"/>
                </a:solidFill>
              </a:defRPr>
            </a:lvl3pPr>
            <a:lvl4pPr>
              <a:defRPr sz="1575" b="0">
                <a:solidFill>
                  <a:srgbClr val="D9D8D3"/>
                </a:solidFill>
              </a:defRPr>
            </a:lvl4pPr>
            <a:lvl5pPr>
              <a:defRPr sz="1575" b="0">
                <a:solidFill>
                  <a:srgbClr val="D9D8D3"/>
                </a:solidFill>
              </a:defRPr>
            </a:lvl5pPr>
            <a:lvl6pPr>
              <a:defRPr sz="1575" b="0">
                <a:solidFill>
                  <a:srgbClr val="D9D8D3"/>
                </a:solidFill>
              </a:defRPr>
            </a:lvl6pPr>
            <a:lvl7pPr>
              <a:defRPr sz="1575" b="0">
                <a:solidFill>
                  <a:srgbClr val="D9D8D3"/>
                </a:solidFill>
              </a:defRPr>
            </a:lvl7pPr>
            <a:lvl8pPr>
              <a:defRPr sz="1575" b="0">
                <a:solidFill>
                  <a:srgbClr val="D9D8D3"/>
                </a:solidFill>
              </a:defRPr>
            </a:lvl8pPr>
            <a:lvl9pPr>
              <a:defRPr sz="1575" b="0">
                <a:solidFill>
                  <a:srgbClr val="D9D8D3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9D8D3"/>
                </a:solidFill>
              </a:defRPr>
            </a:pPr>
            <a:r>
              <a:rPr sz="1575" b="0">
                <a:solidFill>
                  <a:srgbClr val="D9D8D3"/>
                </a:solidFill>
              </a:rPr>
              <a:t>A compact signature repeats the identity in everyday communication.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B6F82-9D54-4B86-84D5-79181CB8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27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12690-121E-4D11-A6B7-BC5ABB55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Format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57ED1-530E-4621-A7AA-386FFE34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38600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15DF2"/>
                </a:solidFill>
              </a:defRPr>
            </a:defPPr>
            <a:lvl1pPr>
              <a:defRPr sz="1200" b="0">
                <a:solidFill>
                  <a:srgbClr val="315DF2"/>
                </a:solidFill>
              </a:defRPr>
            </a:lvl1pPr>
            <a:lvl2pPr>
              <a:defRPr sz="1200" b="0">
                <a:solidFill>
                  <a:srgbClr val="315DF2"/>
                </a:solidFill>
              </a:defRPr>
            </a:lvl2pPr>
            <a:lvl3pPr>
              <a:defRPr sz="1200" b="0">
                <a:solidFill>
                  <a:srgbClr val="315DF2"/>
                </a:solidFill>
              </a:defRPr>
            </a:lvl3pPr>
            <a:lvl4pPr>
              <a:defRPr sz="1200" b="0">
                <a:solidFill>
                  <a:srgbClr val="315DF2"/>
                </a:solidFill>
              </a:defRPr>
            </a:lvl4pPr>
            <a:lvl5pPr>
              <a:defRPr sz="1200" b="0">
                <a:solidFill>
                  <a:srgbClr val="315DF2"/>
                </a:solidFill>
              </a:defRPr>
            </a:lvl5pPr>
            <a:lvl6pPr>
              <a:defRPr sz="1200" b="0">
                <a:solidFill>
                  <a:srgbClr val="315DF2"/>
                </a:solidFill>
              </a:defRPr>
            </a:lvl6pPr>
            <a:lvl7pPr>
              <a:defRPr sz="1200" b="0">
                <a:solidFill>
                  <a:srgbClr val="315DF2"/>
                </a:solidFill>
              </a:defRPr>
            </a:lvl7pPr>
            <a:lvl8pPr>
              <a:defRPr sz="1200" b="0">
                <a:solidFill>
                  <a:srgbClr val="315DF2"/>
                </a:solidFill>
              </a:defRPr>
            </a:lvl8pPr>
            <a:lvl9pPr>
              <a:defRPr sz="1200" b="0">
                <a:solidFill>
                  <a:srgbClr val="315DF2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315DF2"/>
                </a:solidFill>
              </a:defRPr>
            </a:pPr>
            <a:r>
              <a:rPr sz="1200" b="0">
                <a:solidFill>
                  <a:srgbClr val="315DF2"/>
                </a:solidFill>
              </a:rPr>
              <a:t>Logo with contact details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48F61-6316-48F1-8FEE-FB47C5F9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Benefit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87471A-0DF1-4463-BF3A-73682D57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15DF2"/>
                </a:solidFill>
              </a:defRPr>
            </a:defPPr>
            <a:lvl1pPr>
              <a:defRPr sz="1200" b="0">
                <a:solidFill>
                  <a:srgbClr val="315DF2"/>
                </a:solidFill>
              </a:defRPr>
            </a:lvl1pPr>
            <a:lvl2pPr>
              <a:defRPr sz="1200" b="0">
                <a:solidFill>
                  <a:srgbClr val="315DF2"/>
                </a:solidFill>
              </a:defRPr>
            </a:lvl2pPr>
            <a:lvl3pPr>
              <a:defRPr sz="1200" b="0">
                <a:solidFill>
                  <a:srgbClr val="315DF2"/>
                </a:solidFill>
              </a:defRPr>
            </a:lvl3pPr>
            <a:lvl4pPr>
              <a:defRPr sz="1200" b="0">
                <a:solidFill>
                  <a:srgbClr val="315DF2"/>
                </a:solidFill>
              </a:defRPr>
            </a:lvl4pPr>
            <a:lvl5pPr>
              <a:defRPr sz="1200" b="0">
                <a:solidFill>
                  <a:srgbClr val="315DF2"/>
                </a:solidFill>
              </a:defRPr>
            </a:lvl5pPr>
            <a:lvl6pPr>
              <a:defRPr sz="1200" b="0">
                <a:solidFill>
                  <a:srgbClr val="315DF2"/>
                </a:solidFill>
              </a:defRPr>
            </a:lvl6pPr>
            <a:lvl7pPr>
              <a:defRPr sz="1200" b="0">
                <a:solidFill>
                  <a:srgbClr val="315DF2"/>
                </a:solidFill>
              </a:defRPr>
            </a:lvl7pPr>
            <a:lvl8pPr>
              <a:defRPr sz="1200" b="0">
                <a:solidFill>
                  <a:srgbClr val="315DF2"/>
                </a:solidFill>
              </a:defRPr>
            </a:lvl8pPr>
            <a:lvl9pPr>
              <a:defRPr sz="1200" b="0">
                <a:solidFill>
                  <a:srgbClr val="315DF2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315DF2"/>
                </a:solidFill>
              </a:defRPr>
            </a:pPr>
            <a:r>
              <a:rPr sz="1200" b="0">
                <a:solidFill>
                  <a:srgbClr val="315DF2"/>
                </a:solidFill>
              </a:rPr>
              <a:t>A consistent presence with little effort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7F01F-EB8B-46E2-8D1E-9E10645A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A9A9A3"/>
                </a:solidFill>
              </a:defRPr>
            </a:defPPr>
            <a:lvl1pPr>
              <a:defRPr sz="900" b="0">
                <a:solidFill>
                  <a:srgbClr val="A9A9A3"/>
                </a:solidFill>
              </a:defRPr>
            </a:lvl1pPr>
            <a:lvl2pPr>
              <a:defRPr sz="900" b="0">
                <a:solidFill>
                  <a:srgbClr val="A9A9A3"/>
                </a:solidFill>
              </a:defRPr>
            </a:lvl2pPr>
            <a:lvl3pPr>
              <a:defRPr sz="900" b="0">
                <a:solidFill>
                  <a:srgbClr val="A9A9A3"/>
                </a:solidFill>
              </a:defRPr>
            </a:lvl3pPr>
            <a:lvl4pPr>
              <a:defRPr sz="900" b="0">
                <a:solidFill>
                  <a:srgbClr val="A9A9A3"/>
                </a:solidFill>
              </a:defRPr>
            </a:lvl4pPr>
            <a:lvl5pPr>
              <a:defRPr sz="900" b="0">
                <a:solidFill>
                  <a:srgbClr val="A9A9A3"/>
                </a:solidFill>
              </a:defRPr>
            </a:lvl5pPr>
            <a:lvl6pPr>
              <a:defRPr sz="900" b="0">
                <a:solidFill>
                  <a:srgbClr val="A9A9A3"/>
                </a:solidFill>
              </a:defRPr>
            </a:lvl6pPr>
            <a:lvl7pPr>
              <a:defRPr sz="900" b="0">
                <a:solidFill>
                  <a:srgbClr val="A9A9A3"/>
                </a:solidFill>
              </a:defRPr>
            </a:lvl7pPr>
            <a:lvl8pPr>
              <a:defRPr sz="900" b="0">
                <a:solidFill>
                  <a:srgbClr val="A9A9A3"/>
                </a:solidFill>
              </a:defRPr>
            </a:lvl8pPr>
            <a:lvl9pPr>
              <a:defRPr sz="900" b="0">
                <a:solidFill>
                  <a:srgbClr val="A9A9A3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A9A9A3"/>
                </a:solidFill>
              </a:defRPr>
            </a:pPr>
            <a:r>
              <a:rPr sz="900" b="0">
                <a:solidFill>
                  <a:srgbClr val="A9A9A3"/>
                </a:solidFill>
              </a:rPr>
              <a:t>Concept visualization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D290C-E066-4438-BF73-79C954FD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00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C8C8C2"/>
                </a:solidFill>
              </a:defRPr>
            </a:defPPr>
            <a:lvl1pPr>
              <a:defRPr sz="825" b="1">
                <a:solidFill>
                  <a:srgbClr val="C8C8C2"/>
                </a:solidFill>
              </a:defRPr>
            </a:lvl1pPr>
            <a:lvl2pPr>
              <a:defRPr sz="825" b="1">
                <a:solidFill>
                  <a:srgbClr val="C8C8C2"/>
                </a:solidFill>
              </a:defRPr>
            </a:lvl2pPr>
            <a:lvl3pPr>
              <a:defRPr sz="825" b="1">
                <a:solidFill>
                  <a:srgbClr val="C8C8C2"/>
                </a:solidFill>
              </a:defRPr>
            </a:lvl3pPr>
            <a:lvl4pPr>
              <a:defRPr sz="825" b="1">
                <a:solidFill>
                  <a:srgbClr val="C8C8C2"/>
                </a:solidFill>
              </a:defRPr>
            </a:lvl4pPr>
            <a:lvl5pPr>
              <a:defRPr sz="825" b="1">
                <a:solidFill>
                  <a:srgbClr val="C8C8C2"/>
                </a:solidFill>
              </a:defRPr>
            </a:lvl5pPr>
            <a:lvl6pPr>
              <a:defRPr sz="825" b="1">
                <a:solidFill>
                  <a:srgbClr val="C8C8C2"/>
                </a:solidFill>
              </a:defRPr>
            </a:lvl6pPr>
            <a:lvl7pPr>
              <a:defRPr sz="825" b="1">
                <a:solidFill>
                  <a:srgbClr val="C8C8C2"/>
                </a:solidFill>
              </a:defRPr>
            </a:lvl7pPr>
            <a:lvl8pPr>
              <a:defRPr sz="825" b="1">
                <a:solidFill>
                  <a:srgbClr val="C8C8C2"/>
                </a:solidFill>
              </a:defRPr>
            </a:lvl8pPr>
            <a:lvl9pPr>
              <a:defRPr sz="825" b="1">
                <a:solidFill>
                  <a:srgbClr val="C8C8C2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C8C8C2"/>
                </a:solidFill>
              </a:defRPr>
            </a:pPr>
            <a:r>
              <a:rPr sz="825" b="1">
                <a:solidFill>
                  <a:srgbClr val="C8C8C2"/>
                </a:solidFill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989333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F8963-D881-4ECC-A28A-D8ED737698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0fcd2ae8814e0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53366-BEF1-4789-9F97-0A97816D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09F5F-99EA-465B-8BFD-BBDCEB6A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315DF2"/>
                </a:solidFill>
              </a:defRPr>
            </a:defPPr>
            <a:lvl1pPr>
              <a:defRPr sz="900" b="1">
                <a:solidFill>
                  <a:srgbClr val="315DF2"/>
                </a:solidFill>
              </a:defRPr>
            </a:lvl1pPr>
            <a:lvl2pPr>
              <a:defRPr sz="900" b="1">
                <a:solidFill>
                  <a:srgbClr val="315DF2"/>
                </a:solidFill>
              </a:defRPr>
            </a:lvl2pPr>
            <a:lvl3pPr>
              <a:defRPr sz="900" b="1">
                <a:solidFill>
                  <a:srgbClr val="315DF2"/>
                </a:solidFill>
              </a:defRPr>
            </a:lvl3pPr>
            <a:lvl4pPr>
              <a:defRPr sz="900" b="1">
                <a:solidFill>
                  <a:srgbClr val="315DF2"/>
                </a:solidFill>
              </a:defRPr>
            </a:lvl4pPr>
            <a:lvl5pPr>
              <a:defRPr sz="900" b="1">
                <a:solidFill>
                  <a:srgbClr val="315DF2"/>
                </a:solidFill>
              </a:defRPr>
            </a:lvl5pPr>
            <a:lvl6pPr>
              <a:defRPr sz="900" b="1">
                <a:solidFill>
                  <a:srgbClr val="315DF2"/>
                </a:solidFill>
              </a:defRPr>
            </a:lvl6pPr>
            <a:lvl7pPr>
              <a:defRPr sz="900" b="1">
                <a:solidFill>
                  <a:srgbClr val="315DF2"/>
                </a:solidFill>
              </a:defRPr>
            </a:lvl7pPr>
            <a:lvl8pPr>
              <a:defRPr sz="900" b="1">
                <a:solidFill>
                  <a:srgbClr val="315DF2"/>
                </a:solidFill>
              </a:defRPr>
            </a:lvl8pPr>
            <a:lvl9pPr>
              <a:defRPr sz="900" b="1">
                <a:solidFill>
                  <a:srgbClr val="315DF2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315DF2"/>
                </a:solidFill>
              </a:defRPr>
            </a:pPr>
            <a:r>
              <a:rPr sz="900" b="1">
                <a:solidFill>
                  <a:srgbClr val="315DF2"/>
                </a:solidFill>
              </a:rPr>
              <a:t>MERCHANDISE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CE6FF-3118-45A6-843C-DDEBA469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3714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The identity people keep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16AA1-06DD-4903-A765-91064626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619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9D8D3"/>
                </a:solidFill>
              </a:defRPr>
            </a:defPPr>
            <a:lvl1pPr>
              <a:defRPr sz="1575" b="0">
                <a:solidFill>
                  <a:srgbClr val="D9D8D3"/>
                </a:solidFill>
              </a:defRPr>
            </a:lvl1pPr>
            <a:lvl2pPr>
              <a:defRPr sz="1575" b="0">
                <a:solidFill>
                  <a:srgbClr val="D9D8D3"/>
                </a:solidFill>
              </a:defRPr>
            </a:lvl2pPr>
            <a:lvl3pPr>
              <a:defRPr sz="1575" b="0">
                <a:solidFill>
                  <a:srgbClr val="D9D8D3"/>
                </a:solidFill>
              </a:defRPr>
            </a:lvl3pPr>
            <a:lvl4pPr>
              <a:defRPr sz="1575" b="0">
                <a:solidFill>
                  <a:srgbClr val="D9D8D3"/>
                </a:solidFill>
              </a:defRPr>
            </a:lvl4pPr>
            <a:lvl5pPr>
              <a:defRPr sz="1575" b="0">
                <a:solidFill>
                  <a:srgbClr val="D9D8D3"/>
                </a:solidFill>
              </a:defRPr>
            </a:lvl5pPr>
            <a:lvl6pPr>
              <a:defRPr sz="1575" b="0">
                <a:solidFill>
                  <a:srgbClr val="D9D8D3"/>
                </a:solidFill>
              </a:defRPr>
            </a:lvl6pPr>
            <a:lvl7pPr>
              <a:defRPr sz="1575" b="0">
                <a:solidFill>
                  <a:srgbClr val="D9D8D3"/>
                </a:solidFill>
              </a:defRPr>
            </a:lvl7pPr>
            <a:lvl8pPr>
              <a:defRPr sz="1575" b="0">
                <a:solidFill>
                  <a:srgbClr val="D9D8D3"/>
                </a:solidFill>
              </a:defRPr>
            </a:lvl8pPr>
            <a:lvl9pPr>
              <a:defRPr sz="1575" b="0">
                <a:solidFill>
                  <a:srgbClr val="D9D8D3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9D8D3"/>
                </a:solidFill>
              </a:defRPr>
            </a:pPr>
            <a:r>
              <a:rPr sz="1575" b="0">
                <a:solidFill>
                  <a:srgbClr val="D9D8D3"/>
                </a:solidFill>
              </a:rPr>
              <a:t>A simple application turns an everyday object into a familiar reminder.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92E08-10C5-451C-84A0-87ECC694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27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C6820-8BB0-424D-BB66-A13054ED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Artwork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4B83D-7537-4702-AC0F-35898C01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38600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15DF2"/>
                </a:solidFill>
              </a:defRPr>
            </a:defPPr>
            <a:lvl1pPr>
              <a:defRPr sz="1200" b="0">
                <a:solidFill>
                  <a:srgbClr val="315DF2"/>
                </a:solidFill>
              </a:defRPr>
            </a:lvl1pPr>
            <a:lvl2pPr>
              <a:defRPr sz="1200" b="0">
                <a:solidFill>
                  <a:srgbClr val="315DF2"/>
                </a:solidFill>
              </a:defRPr>
            </a:lvl2pPr>
            <a:lvl3pPr>
              <a:defRPr sz="1200" b="0">
                <a:solidFill>
                  <a:srgbClr val="315DF2"/>
                </a:solidFill>
              </a:defRPr>
            </a:lvl3pPr>
            <a:lvl4pPr>
              <a:defRPr sz="1200" b="0">
                <a:solidFill>
                  <a:srgbClr val="315DF2"/>
                </a:solidFill>
              </a:defRPr>
            </a:lvl4pPr>
            <a:lvl5pPr>
              <a:defRPr sz="1200" b="0">
                <a:solidFill>
                  <a:srgbClr val="315DF2"/>
                </a:solidFill>
              </a:defRPr>
            </a:lvl5pPr>
            <a:lvl6pPr>
              <a:defRPr sz="1200" b="0">
                <a:solidFill>
                  <a:srgbClr val="315DF2"/>
                </a:solidFill>
              </a:defRPr>
            </a:lvl6pPr>
            <a:lvl7pPr>
              <a:defRPr sz="1200" b="0">
                <a:solidFill>
                  <a:srgbClr val="315DF2"/>
                </a:solidFill>
              </a:defRPr>
            </a:lvl7pPr>
            <a:lvl8pPr>
              <a:defRPr sz="1200" b="0">
                <a:solidFill>
                  <a:srgbClr val="315DF2"/>
                </a:solidFill>
              </a:defRPr>
            </a:lvl8pPr>
            <a:lvl9pPr>
              <a:defRPr sz="1200" b="0">
                <a:solidFill>
                  <a:srgbClr val="315DF2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315DF2"/>
                </a:solidFill>
              </a:defRPr>
            </a:pPr>
            <a:r>
              <a:rPr sz="1200" b="0">
                <a:solidFill>
                  <a:srgbClr val="315DF2"/>
                </a:solidFill>
              </a:rPr>
              <a:t>One-color or full-color logo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EE6F7-F98C-4F82-8970-78633EAF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Benefit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68214-6268-4E4F-BF88-373BE8D6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15DF2"/>
                </a:solidFill>
              </a:defRPr>
            </a:defPPr>
            <a:lvl1pPr>
              <a:defRPr sz="1200" b="0">
                <a:solidFill>
                  <a:srgbClr val="315DF2"/>
                </a:solidFill>
              </a:defRPr>
            </a:lvl1pPr>
            <a:lvl2pPr>
              <a:defRPr sz="1200" b="0">
                <a:solidFill>
                  <a:srgbClr val="315DF2"/>
                </a:solidFill>
              </a:defRPr>
            </a:lvl2pPr>
            <a:lvl3pPr>
              <a:defRPr sz="1200" b="0">
                <a:solidFill>
                  <a:srgbClr val="315DF2"/>
                </a:solidFill>
              </a:defRPr>
            </a:lvl3pPr>
            <a:lvl4pPr>
              <a:defRPr sz="1200" b="0">
                <a:solidFill>
                  <a:srgbClr val="315DF2"/>
                </a:solidFill>
              </a:defRPr>
            </a:lvl4pPr>
            <a:lvl5pPr>
              <a:defRPr sz="1200" b="0">
                <a:solidFill>
                  <a:srgbClr val="315DF2"/>
                </a:solidFill>
              </a:defRPr>
            </a:lvl5pPr>
            <a:lvl6pPr>
              <a:defRPr sz="1200" b="0">
                <a:solidFill>
                  <a:srgbClr val="315DF2"/>
                </a:solidFill>
              </a:defRPr>
            </a:lvl6pPr>
            <a:lvl7pPr>
              <a:defRPr sz="1200" b="0">
                <a:solidFill>
                  <a:srgbClr val="315DF2"/>
                </a:solidFill>
              </a:defRPr>
            </a:lvl7pPr>
            <a:lvl8pPr>
              <a:defRPr sz="1200" b="0">
                <a:solidFill>
                  <a:srgbClr val="315DF2"/>
                </a:solidFill>
              </a:defRPr>
            </a:lvl8pPr>
            <a:lvl9pPr>
              <a:defRPr sz="1200" b="0">
                <a:solidFill>
                  <a:srgbClr val="315DF2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315DF2"/>
                </a:solidFill>
              </a:defRPr>
            </a:pPr>
            <a:r>
              <a:rPr sz="1200" b="0">
                <a:solidFill>
                  <a:srgbClr val="315DF2"/>
                </a:solidFill>
              </a:rPr>
              <a:t>Durable and easy to reproduce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385B2-2803-4E7B-9EA1-F837563C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A9A9A3"/>
                </a:solidFill>
              </a:defRPr>
            </a:defPPr>
            <a:lvl1pPr>
              <a:defRPr sz="900" b="0">
                <a:solidFill>
                  <a:srgbClr val="A9A9A3"/>
                </a:solidFill>
              </a:defRPr>
            </a:lvl1pPr>
            <a:lvl2pPr>
              <a:defRPr sz="900" b="0">
                <a:solidFill>
                  <a:srgbClr val="A9A9A3"/>
                </a:solidFill>
              </a:defRPr>
            </a:lvl2pPr>
            <a:lvl3pPr>
              <a:defRPr sz="900" b="0">
                <a:solidFill>
                  <a:srgbClr val="A9A9A3"/>
                </a:solidFill>
              </a:defRPr>
            </a:lvl3pPr>
            <a:lvl4pPr>
              <a:defRPr sz="900" b="0">
                <a:solidFill>
                  <a:srgbClr val="A9A9A3"/>
                </a:solidFill>
              </a:defRPr>
            </a:lvl4pPr>
            <a:lvl5pPr>
              <a:defRPr sz="900" b="0">
                <a:solidFill>
                  <a:srgbClr val="A9A9A3"/>
                </a:solidFill>
              </a:defRPr>
            </a:lvl5pPr>
            <a:lvl6pPr>
              <a:defRPr sz="900" b="0">
                <a:solidFill>
                  <a:srgbClr val="A9A9A3"/>
                </a:solidFill>
              </a:defRPr>
            </a:lvl6pPr>
            <a:lvl7pPr>
              <a:defRPr sz="900" b="0">
                <a:solidFill>
                  <a:srgbClr val="A9A9A3"/>
                </a:solidFill>
              </a:defRPr>
            </a:lvl7pPr>
            <a:lvl8pPr>
              <a:defRPr sz="900" b="0">
                <a:solidFill>
                  <a:srgbClr val="A9A9A3"/>
                </a:solidFill>
              </a:defRPr>
            </a:lvl8pPr>
            <a:lvl9pPr>
              <a:defRPr sz="900" b="0">
                <a:solidFill>
                  <a:srgbClr val="A9A9A3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A9A9A3"/>
                </a:solidFill>
              </a:defRPr>
            </a:pPr>
            <a:r>
              <a:rPr sz="900" b="0">
                <a:solidFill>
                  <a:srgbClr val="A9A9A3"/>
                </a:solidFill>
              </a:rPr>
              <a:t>Concept visualization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703B1-9514-4AE6-A89D-2E40092D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00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C8C8C2"/>
                </a:solidFill>
              </a:defRPr>
            </a:defPPr>
            <a:lvl1pPr>
              <a:defRPr sz="825" b="1">
                <a:solidFill>
                  <a:srgbClr val="C8C8C2"/>
                </a:solidFill>
              </a:defRPr>
            </a:lvl1pPr>
            <a:lvl2pPr>
              <a:defRPr sz="825" b="1">
                <a:solidFill>
                  <a:srgbClr val="C8C8C2"/>
                </a:solidFill>
              </a:defRPr>
            </a:lvl2pPr>
            <a:lvl3pPr>
              <a:defRPr sz="825" b="1">
                <a:solidFill>
                  <a:srgbClr val="C8C8C2"/>
                </a:solidFill>
              </a:defRPr>
            </a:lvl3pPr>
            <a:lvl4pPr>
              <a:defRPr sz="825" b="1">
                <a:solidFill>
                  <a:srgbClr val="C8C8C2"/>
                </a:solidFill>
              </a:defRPr>
            </a:lvl4pPr>
            <a:lvl5pPr>
              <a:defRPr sz="825" b="1">
                <a:solidFill>
                  <a:srgbClr val="C8C8C2"/>
                </a:solidFill>
              </a:defRPr>
            </a:lvl5pPr>
            <a:lvl6pPr>
              <a:defRPr sz="825" b="1">
                <a:solidFill>
                  <a:srgbClr val="C8C8C2"/>
                </a:solidFill>
              </a:defRPr>
            </a:lvl6pPr>
            <a:lvl7pPr>
              <a:defRPr sz="825" b="1">
                <a:solidFill>
                  <a:srgbClr val="C8C8C2"/>
                </a:solidFill>
              </a:defRPr>
            </a:lvl7pPr>
            <a:lvl8pPr>
              <a:defRPr sz="825" b="1">
                <a:solidFill>
                  <a:srgbClr val="C8C8C2"/>
                </a:solidFill>
              </a:defRPr>
            </a:lvl8pPr>
            <a:lvl9pPr>
              <a:defRPr sz="825" b="1">
                <a:solidFill>
                  <a:srgbClr val="C8C8C2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C8C8C2"/>
                </a:solidFill>
              </a:defRPr>
            </a:pPr>
            <a:r>
              <a:rPr sz="825" b="1">
                <a:solidFill>
                  <a:srgbClr val="C8C8C2"/>
                </a:solidFill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5360048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E8B408-99EE-4271-8D4C-A3EE338EEF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9fd70cb604e4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83D3D-03DE-403C-A566-423EE142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D5A7C-73D6-48DF-9846-8FE7ECC6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315DF2"/>
                </a:solidFill>
              </a:defRPr>
            </a:defPPr>
            <a:lvl1pPr>
              <a:defRPr sz="900" b="1">
                <a:solidFill>
                  <a:srgbClr val="315DF2"/>
                </a:solidFill>
              </a:defRPr>
            </a:lvl1pPr>
            <a:lvl2pPr>
              <a:defRPr sz="900" b="1">
                <a:solidFill>
                  <a:srgbClr val="315DF2"/>
                </a:solidFill>
              </a:defRPr>
            </a:lvl2pPr>
            <a:lvl3pPr>
              <a:defRPr sz="900" b="1">
                <a:solidFill>
                  <a:srgbClr val="315DF2"/>
                </a:solidFill>
              </a:defRPr>
            </a:lvl3pPr>
            <a:lvl4pPr>
              <a:defRPr sz="900" b="1">
                <a:solidFill>
                  <a:srgbClr val="315DF2"/>
                </a:solidFill>
              </a:defRPr>
            </a:lvl4pPr>
            <a:lvl5pPr>
              <a:defRPr sz="900" b="1">
                <a:solidFill>
                  <a:srgbClr val="315DF2"/>
                </a:solidFill>
              </a:defRPr>
            </a:lvl5pPr>
            <a:lvl6pPr>
              <a:defRPr sz="900" b="1">
                <a:solidFill>
                  <a:srgbClr val="315DF2"/>
                </a:solidFill>
              </a:defRPr>
            </a:lvl6pPr>
            <a:lvl7pPr>
              <a:defRPr sz="900" b="1">
                <a:solidFill>
                  <a:srgbClr val="315DF2"/>
                </a:solidFill>
              </a:defRPr>
            </a:lvl7pPr>
            <a:lvl8pPr>
              <a:defRPr sz="900" b="1">
                <a:solidFill>
                  <a:srgbClr val="315DF2"/>
                </a:solidFill>
              </a:defRPr>
            </a:lvl8pPr>
            <a:lvl9pPr>
              <a:defRPr sz="900" b="1">
                <a:solidFill>
                  <a:srgbClr val="315DF2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315DF2"/>
                </a:solidFill>
              </a:defRPr>
            </a:pPr>
            <a:r>
              <a:rPr sz="900" b="1">
                <a:solidFill>
                  <a:srgbClr val="315DF2"/>
                </a:solidFill>
              </a:rPr>
              <a:t>CLOTHING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8C38B-22DD-4249-BB2D-803E443F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3714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Built to be worn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25AC0-B4AB-4FD1-B731-B61FF12B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619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9D8D3"/>
                </a:solidFill>
              </a:defRPr>
            </a:defPPr>
            <a:lvl1pPr>
              <a:defRPr sz="1575" b="0">
                <a:solidFill>
                  <a:srgbClr val="D9D8D3"/>
                </a:solidFill>
              </a:defRPr>
            </a:lvl1pPr>
            <a:lvl2pPr>
              <a:defRPr sz="1575" b="0">
                <a:solidFill>
                  <a:srgbClr val="D9D8D3"/>
                </a:solidFill>
              </a:defRPr>
            </a:lvl2pPr>
            <a:lvl3pPr>
              <a:defRPr sz="1575" b="0">
                <a:solidFill>
                  <a:srgbClr val="D9D8D3"/>
                </a:solidFill>
              </a:defRPr>
            </a:lvl3pPr>
            <a:lvl4pPr>
              <a:defRPr sz="1575" b="0">
                <a:solidFill>
                  <a:srgbClr val="D9D8D3"/>
                </a:solidFill>
              </a:defRPr>
            </a:lvl4pPr>
            <a:lvl5pPr>
              <a:defRPr sz="1575" b="0">
                <a:solidFill>
                  <a:srgbClr val="D9D8D3"/>
                </a:solidFill>
              </a:defRPr>
            </a:lvl5pPr>
            <a:lvl6pPr>
              <a:defRPr sz="1575" b="0">
                <a:solidFill>
                  <a:srgbClr val="D9D8D3"/>
                </a:solidFill>
              </a:defRPr>
            </a:lvl6pPr>
            <a:lvl7pPr>
              <a:defRPr sz="1575" b="0">
                <a:solidFill>
                  <a:srgbClr val="D9D8D3"/>
                </a:solidFill>
              </a:defRPr>
            </a:lvl7pPr>
            <a:lvl8pPr>
              <a:defRPr sz="1575" b="0">
                <a:solidFill>
                  <a:srgbClr val="D9D8D3"/>
                </a:solidFill>
              </a:defRPr>
            </a:lvl8pPr>
            <a:lvl9pPr>
              <a:defRPr sz="1575" b="0">
                <a:solidFill>
                  <a:srgbClr val="D9D8D3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9D8D3"/>
                </a:solidFill>
              </a:defRPr>
            </a:pPr>
            <a:r>
              <a:rPr sz="1575" b="0">
                <a:solidFill>
                  <a:srgbClr val="D9D8D3"/>
                </a:solidFill>
              </a:rPr>
              <a:t>The symbol works on a sweatshirt and cap without needing the full wordmark.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AD468-A2C7-44F6-BAA4-A1C7599E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27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8FD2E-5990-482D-B43A-9A878E67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Placement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17EE6-5B15-4306-97F5-B3997EC0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38600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15DF2"/>
                </a:solidFill>
              </a:defRPr>
            </a:defPPr>
            <a:lvl1pPr>
              <a:defRPr sz="1200" b="0">
                <a:solidFill>
                  <a:srgbClr val="315DF2"/>
                </a:solidFill>
              </a:defRPr>
            </a:lvl1pPr>
            <a:lvl2pPr>
              <a:defRPr sz="1200" b="0">
                <a:solidFill>
                  <a:srgbClr val="315DF2"/>
                </a:solidFill>
              </a:defRPr>
            </a:lvl2pPr>
            <a:lvl3pPr>
              <a:defRPr sz="1200" b="0">
                <a:solidFill>
                  <a:srgbClr val="315DF2"/>
                </a:solidFill>
              </a:defRPr>
            </a:lvl3pPr>
            <a:lvl4pPr>
              <a:defRPr sz="1200" b="0">
                <a:solidFill>
                  <a:srgbClr val="315DF2"/>
                </a:solidFill>
              </a:defRPr>
            </a:lvl4pPr>
            <a:lvl5pPr>
              <a:defRPr sz="1200" b="0">
                <a:solidFill>
                  <a:srgbClr val="315DF2"/>
                </a:solidFill>
              </a:defRPr>
            </a:lvl5pPr>
            <a:lvl6pPr>
              <a:defRPr sz="1200" b="0">
                <a:solidFill>
                  <a:srgbClr val="315DF2"/>
                </a:solidFill>
              </a:defRPr>
            </a:lvl6pPr>
            <a:lvl7pPr>
              <a:defRPr sz="1200" b="0">
                <a:solidFill>
                  <a:srgbClr val="315DF2"/>
                </a:solidFill>
              </a:defRPr>
            </a:lvl7pPr>
            <a:lvl8pPr>
              <a:defRPr sz="1200" b="0">
                <a:solidFill>
                  <a:srgbClr val="315DF2"/>
                </a:solidFill>
              </a:defRPr>
            </a:lvl8pPr>
            <a:lvl9pPr>
              <a:defRPr sz="1200" b="0">
                <a:solidFill>
                  <a:srgbClr val="315DF2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315DF2"/>
                </a:solidFill>
              </a:defRPr>
            </a:pPr>
            <a:r>
              <a:rPr sz="1200" b="0">
                <a:solidFill>
                  <a:srgbClr val="315DF2"/>
                </a:solidFill>
              </a:rPr>
              <a:t>Chest and front panel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ED5C4-E2B3-409F-B613-DA4FD98D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832FA-D9FB-43CA-A15B-57D88F57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15DF2"/>
                </a:solidFill>
              </a:defRPr>
            </a:defPPr>
            <a:lvl1pPr>
              <a:defRPr sz="1200" b="0">
                <a:solidFill>
                  <a:srgbClr val="315DF2"/>
                </a:solidFill>
              </a:defRPr>
            </a:lvl1pPr>
            <a:lvl2pPr>
              <a:defRPr sz="1200" b="0">
                <a:solidFill>
                  <a:srgbClr val="315DF2"/>
                </a:solidFill>
              </a:defRPr>
            </a:lvl2pPr>
            <a:lvl3pPr>
              <a:defRPr sz="1200" b="0">
                <a:solidFill>
                  <a:srgbClr val="315DF2"/>
                </a:solidFill>
              </a:defRPr>
            </a:lvl3pPr>
            <a:lvl4pPr>
              <a:defRPr sz="1200" b="0">
                <a:solidFill>
                  <a:srgbClr val="315DF2"/>
                </a:solidFill>
              </a:defRPr>
            </a:lvl4pPr>
            <a:lvl5pPr>
              <a:defRPr sz="1200" b="0">
                <a:solidFill>
                  <a:srgbClr val="315DF2"/>
                </a:solidFill>
              </a:defRPr>
            </a:lvl5pPr>
            <a:lvl6pPr>
              <a:defRPr sz="1200" b="0">
                <a:solidFill>
                  <a:srgbClr val="315DF2"/>
                </a:solidFill>
              </a:defRPr>
            </a:lvl6pPr>
            <a:lvl7pPr>
              <a:defRPr sz="1200" b="0">
                <a:solidFill>
                  <a:srgbClr val="315DF2"/>
                </a:solidFill>
              </a:defRPr>
            </a:lvl7pPr>
            <a:lvl8pPr>
              <a:defRPr sz="1200" b="0">
                <a:solidFill>
                  <a:srgbClr val="315DF2"/>
                </a:solidFill>
              </a:defRPr>
            </a:lvl8pPr>
            <a:lvl9pPr>
              <a:defRPr sz="1200" b="0">
                <a:solidFill>
                  <a:srgbClr val="315DF2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315DF2"/>
                </a:solidFill>
              </a:defRPr>
            </a:pPr>
            <a:r>
              <a:rPr sz="1200" b="0">
                <a:solidFill>
                  <a:srgbClr val="315DF2"/>
                </a:solidFill>
              </a:rPr>
              <a:t>Embroidery or screen print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5CB84-5577-468E-ACE6-A7B00E2A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A9A9A3"/>
                </a:solidFill>
              </a:defRPr>
            </a:defPPr>
            <a:lvl1pPr>
              <a:defRPr sz="900" b="0">
                <a:solidFill>
                  <a:srgbClr val="A9A9A3"/>
                </a:solidFill>
              </a:defRPr>
            </a:lvl1pPr>
            <a:lvl2pPr>
              <a:defRPr sz="900" b="0">
                <a:solidFill>
                  <a:srgbClr val="A9A9A3"/>
                </a:solidFill>
              </a:defRPr>
            </a:lvl2pPr>
            <a:lvl3pPr>
              <a:defRPr sz="900" b="0">
                <a:solidFill>
                  <a:srgbClr val="A9A9A3"/>
                </a:solidFill>
              </a:defRPr>
            </a:lvl3pPr>
            <a:lvl4pPr>
              <a:defRPr sz="900" b="0">
                <a:solidFill>
                  <a:srgbClr val="A9A9A3"/>
                </a:solidFill>
              </a:defRPr>
            </a:lvl4pPr>
            <a:lvl5pPr>
              <a:defRPr sz="900" b="0">
                <a:solidFill>
                  <a:srgbClr val="A9A9A3"/>
                </a:solidFill>
              </a:defRPr>
            </a:lvl5pPr>
            <a:lvl6pPr>
              <a:defRPr sz="900" b="0">
                <a:solidFill>
                  <a:srgbClr val="A9A9A3"/>
                </a:solidFill>
              </a:defRPr>
            </a:lvl6pPr>
            <a:lvl7pPr>
              <a:defRPr sz="900" b="0">
                <a:solidFill>
                  <a:srgbClr val="A9A9A3"/>
                </a:solidFill>
              </a:defRPr>
            </a:lvl7pPr>
            <a:lvl8pPr>
              <a:defRPr sz="900" b="0">
                <a:solidFill>
                  <a:srgbClr val="A9A9A3"/>
                </a:solidFill>
              </a:defRPr>
            </a:lvl8pPr>
            <a:lvl9pPr>
              <a:defRPr sz="900" b="0">
                <a:solidFill>
                  <a:srgbClr val="A9A9A3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A9A9A3"/>
                </a:solidFill>
              </a:defRPr>
            </a:pPr>
            <a:r>
              <a:rPr sz="900" b="0">
                <a:solidFill>
                  <a:srgbClr val="A9A9A3"/>
                </a:solidFill>
              </a:rPr>
              <a:t>Concept visualization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839E26-57FA-40B0-A987-D5743410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00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C8C8C2"/>
                </a:solidFill>
              </a:defRPr>
            </a:defPPr>
            <a:lvl1pPr>
              <a:defRPr sz="825" b="1">
                <a:solidFill>
                  <a:srgbClr val="C8C8C2"/>
                </a:solidFill>
              </a:defRPr>
            </a:lvl1pPr>
            <a:lvl2pPr>
              <a:defRPr sz="825" b="1">
                <a:solidFill>
                  <a:srgbClr val="C8C8C2"/>
                </a:solidFill>
              </a:defRPr>
            </a:lvl2pPr>
            <a:lvl3pPr>
              <a:defRPr sz="825" b="1">
                <a:solidFill>
                  <a:srgbClr val="C8C8C2"/>
                </a:solidFill>
              </a:defRPr>
            </a:lvl3pPr>
            <a:lvl4pPr>
              <a:defRPr sz="825" b="1">
                <a:solidFill>
                  <a:srgbClr val="C8C8C2"/>
                </a:solidFill>
              </a:defRPr>
            </a:lvl4pPr>
            <a:lvl5pPr>
              <a:defRPr sz="825" b="1">
                <a:solidFill>
                  <a:srgbClr val="C8C8C2"/>
                </a:solidFill>
              </a:defRPr>
            </a:lvl5pPr>
            <a:lvl6pPr>
              <a:defRPr sz="825" b="1">
                <a:solidFill>
                  <a:srgbClr val="C8C8C2"/>
                </a:solidFill>
              </a:defRPr>
            </a:lvl6pPr>
            <a:lvl7pPr>
              <a:defRPr sz="825" b="1">
                <a:solidFill>
                  <a:srgbClr val="C8C8C2"/>
                </a:solidFill>
              </a:defRPr>
            </a:lvl7pPr>
            <a:lvl8pPr>
              <a:defRPr sz="825" b="1">
                <a:solidFill>
                  <a:srgbClr val="C8C8C2"/>
                </a:solidFill>
              </a:defRPr>
            </a:lvl8pPr>
            <a:lvl9pPr>
              <a:defRPr sz="825" b="1">
                <a:solidFill>
                  <a:srgbClr val="C8C8C2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C8C8C2"/>
                </a:solidFill>
              </a:defRPr>
            </a:pPr>
            <a:r>
              <a:rPr sz="825" b="1">
                <a:solidFill>
                  <a:srgbClr val="C8C8C2"/>
                </a:solidFill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6629720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1714C-F5E5-4A6A-A250-1D4F2042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C90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E7730-9426-43E8-B820-1F97477D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315DF2"/>
                </a:solidFill>
              </a:defRPr>
            </a:defPPr>
            <a:lvl1pPr>
              <a:defRPr sz="900" b="1">
                <a:solidFill>
                  <a:srgbClr val="315DF2"/>
                </a:solidFill>
              </a:defRPr>
            </a:lvl1pPr>
            <a:lvl2pPr>
              <a:defRPr sz="900" b="1">
                <a:solidFill>
                  <a:srgbClr val="315DF2"/>
                </a:solidFill>
              </a:defRPr>
            </a:lvl2pPr>
            <a:lvl3pPr>
              <a:defRPr sz="900" b="1">
                <a:solidFill>
                  <a:srgbClr val="315DF2"/>
                </a:solidFill>
              </a:defRPr>
            </a:lvl3pPr>
            <a:lvl4pPr>
              <a:defRPr sz="900" b="1">
                <a:solidFill>
                  <a:srgbClr val="315DF2"/>
                </a:solidFill>
              </a:defRPr>
            </a:lvl4pPr>
            <a:lvl5pPr>
              <a:defRPr sz="900" b="1">
                <a:solidFill>
                  <a:srgbClr val="315DF2"/>
                </a:solidFill>
              </a:defRPr>
            </a:lvl5pPr>
            <a:lvl6pPr>
              <a:defRPr sz="900" b="1">
                <a:solidFill>
                  <a:srgbClr val="315DF2"/>
                </a:solidFill>
              </a:defRPr>
            </a:lvl6pPr>
            <a:lvl7pPr>
              <a:defRPr sz="900" b="1">
                <a:solidFill>
                  <a:srgbClr val="315DF2"/>
                </a:solidFill>
              </a:defRPr>
            </a:lvl7pPr>
            <a:lvl8pPr>
              <a:defRPr sz="900" b="1">
                <a:solidFill>
                  <a:srgbClr val="315DF2"/>
                </a:solidFill>
              </a:defRPr>
            </a:lvl8pPr>
            <a:lvl9pPr>
              <a:defRPr sz="900" b="1">
                <a:solidFill>
                  <a:srgbClr val="315DF2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315DF2"/>
                </a:solidFill>
              </a:defRPr>
            </a:pPr>
            <a:r>
              <a:rPr sz="900" b="1">
                <a:solidFill>
                  <a:srgbClr val="315DF2"/>
                </a:solidFill>
              </a:rPr>
              <a:t>APPROVAL RECOMMENDATION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451B25-89CB-4FD7-B903-2463D71D93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4ef93f3c64965"/>
          <a:stretch xmlns:a="http://schemas.openxmlformats.org/drawingml/2006/main"/>
        </p:blipFill>
        <p:spPr>
          <a:xfrm xmlns:a="http://schemas.openxmlformats.org/drawingml/2006/main">
            <a:off x="2197775" y="990600"/>
            <a:ext cx="1662351" cy="371475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81023-AA86-4E03-9F0F-4D95E9576A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fd66105aa4771"/>
          <a:stretch xmlns:a="http://schemas.openxmlformats.org/drawingml/2006/main"/>
        </p:blipFill>
        <p:spPr>
          <a:xfrm xmlns:a="http://schemas.openxmlformats.org/drawingml/2006/main">
            <a:off x="5510288" y="1619250"/>
            <a:ext cx="4257524" cy="2095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F0FC7-C548-4DEB-A601-3B6C24DF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14850"/>
            <a:ext cx="674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Ready for approval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C8D42-51A7-466E-8191-BEB5CF2E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244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“Let your light shine before men.”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AD032-E094-4337-98F5-D89C80BE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2450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315DF2"/>
                </a:solidFill>
              </a:defRPr>
            </a:defPPr>
            <a:lvl1pPr>
              <a:defRPr sz="975" b="1">
                <a:solidFill>
                  <a:srgbClr val="315DF2"/>
                </a:solidFill>
              </a:defRPr>
            </a:lvl1pPr>
            <a:lvl2pPr>
              <a:defRPr sz="975" b="1">
                <a:solidFill>
                  <a:srgbClr val="315DF2"/>
                </a:solidFill>
              </a:defRPr>
            </a:lvl2pPr>
            <a:lvl3pPr>
              <a:defRPr sz="975" b="1">
                <a:solidFill>
                  <a:srgbClr val="315DF2"/>
                </a:solidFill>
              </a:defRPr>
            </a:lvl3pPr>
            <a:lvl4pPr>
              <a:defRPr sz="975" b="1">
                <a:solidFill>
                  <a:srgbClr val="315DF2"/>
                </a:solidFill>
              </a:defRPr>
            </a:lvl4pPr>
            <a:lvl5pPr>
              <a:defRPr sz="975" b="1">
                <a:solidFill>
                  <a:srgbClr val="315DF2"/>
                </a:solidFill>
              </a:defRPr>
            </a:lvl5pPr>
            <a:lvl6pPr>
              <a:defRPr sz="975" b="1">
                <a:solidFill>
                  <a:srgbClr val="315DF2"/>
                </a:solidFill>
              </a:defRPr>
            </a:lvl6pPr>
            <a:lvl7pPr>
              <a:defRPr sz="975" b="1">
                <a:solidFill>
                  <a:srgbClr val="315DF2"/>
                </a:solidFill>
              </a:defRPr>
            </a:lvl7pPr>
            <a:lvl8pPr>
              <a:defRPr sz="975" b="1">
                <a:solidFill>
                  <a:srgbClr val="315DF2"/>
                </a:solidFill>
              </a:defRPr>
            </a:lvl8pPr>
            <a:lvl9pPr>
              <a:defRPr sz="975" b="1">
                <a:solidFill>
                  <a:srgbClr val="315DF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315DF2"/>
                </a:solidFill>
              </a:defRPr>
            </a:pPr>
            <a:r>
              <a:rPr sz="975" b="1">
                <a:solidFill>
                  <a:srgbClr val="315DF2"/>
                </a:solidFill>
              </a:rPr>
              <a:t>Matthew 5:16 (WEB)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EC643-6C06-434B-9B7E-597E9B76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102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D9D8D3"/>
                </a:solidFill>
              </a:defRPr>
            </a:defPPr>
            <a:lvl1pPr>
              <a:defRPr sz="1200" b="0">
                <a:solidFill>
                  <a:srgbClr val="D9D8D3"/>
                </a:solidFill>
              </a:defRPr>
            </a:lvl1pPr>
            <a:lvl2pPr>
              <a:defRPr sz="1200" b="0">
                <a:solidFill>
                  <a:srgbClr val="D9D8D3"/>
                </a:solidFill>
              </a:defRPr>
            </a:lvl2pPr>
            <a:lvl3pPr>
              <a:defRPr sz="1200" b="0">
                <a:solidFill>
                  <a:srgbClr val="D9D8D3"/>
                </a:solidFill>
              </a:defRPr>
            </a:lvl3pPr>
            <a:lvl4pPr>
              <a:defRPr sz="1200" b="0">
                <a:solidFill>
                  <a:srgbClr val="D9D8D3"/>
                </a:solidFill>
              </a:defRPr>
            </a:lvl4pPr>
            <a:lvl5pPr>
              <a:defRPr sz="1200" b="0">
                <a:solidFill>
                  <a:srgbClr val="D9D8D3"/>
                </a:solidFill>
              </a:defRPr>
            </a:lvl5pPr>
            <a:lvl6pPr>
              <a:defRPr sz="1200" b="0">
                <a:solidFill>
                  <a:srgbClr val="D9D8D3"/>
                </a:solidFill>
              </a:defRPr>
            </a:lvl6pPr>
            <a:lvl7pPr>
              <a:defRPr sz="1200" b="0">
                <a:solidFill>
                  <a:srgbClr val="D9D8D3"/>
                </a:solidFill>
              </a:defRPr>
            </a:lvl7pPr>
            <a:lvl8pPr>
              <a:defRPr sz="1200" b="0">
                <a:solidFill>
                  <a:srgbClr val="D9D8D3"/>
                </a:solidFill>
              </a:defRPr>
            </a:lvl8pPr>
            <a:lvl9pPr>
              <a:defRPr sz="1200" b="0">
                <a:solidFill>
                  <a:srgbClr val="D9D8D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D9D8D3"/>
                </a:solidFill>
              </a:defRPr>
            </a:pPr>
            <a:r>
              <a:rPr sz="1200" b="0">
                <a:solidFill>
                  <a:srgbClr val="D9D8D3"/>
                </a:solidFill>
              </a:rPr>
              <a:t>Approve the core identity and release the production assets.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1DCB8-1D71-4412-A8AB-A252D6BC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191250"/>
            <a:ext cx="419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C90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AA0F7-052E-418C-9852-A50D3ACE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00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C8C8C2"/>
                </a:solidFill>
              </a:defRPr>
            </a:defPPr>
            <a:lvl1pPr>
              <a:defRPr sz="825" b="1">
                <a:solidFill>
                  <a:srgbClr val="C8C8C2"/>
                </a:solidFill>
              </a:defRPr>
            </a:lvl1pPr>
            <a:lvl2pPr>
              <a:defRPr sz="825" b="1">
                <a:solidFill>
                  <a:srgbClr val="C8C8C2"/>
                </a:solidFill>
              </a:defRPr>
            </a:lvl2pPr>
            <a:lvl3pPr>
              <a:defRPr sz="825" b="1">
                <a:solidFill>
                  <a:srgbClr val="C8C8C2"/>
                </a:solidFill>
              </a:defRPr>
            </a:lvl3pPr>
            <a:lvl4pPr>
              <a:defRPr sz="825" b="1">
                <a:solidFill>
                  <a:srgbClr val="C8C8C2"/>
                </a:solidFill>
              </a:defRPr>
            </a:lvl4pPr>
            <a:lvl5pPr>
              <a:defRPr sz="825" b="1">
                <a:solidFill>
                  <a:srgbClr val="C8C8C2"/>
                </a:solidFill>
              </a:defRPr>
            </a:lvl5pPr>
            <a:lvl6pPr>
              <a:defRPr sz="825" b="1">
                <a:solidFill>
                  <a:srgbClr val="C8C8C2"/>
                </a:solidFill>
              </a:defRPr>
            </a:lvl6pPr>
            <a:lvl7pPr>
              <a:defRPr sz="825" b="1">
                <a:solidFill>
                  <a:srgbClr val="C8C8C2"/>
                </a:solidFill>
              </a:defRPr>
            </a:lvl7pPr>
            <a:lvl8pPr>
              <a:defRPr sz="825" b="1">
                <a:solidFill>
                  <a:srgbClr val="C8C8C2"/>
                </a:solidFill>
              </a:defRPr>
            </a:lvl8pPr>
            <a:lvl9pPr>
              <a:defRPr sz="825" b="1">
                <a:solidFill>
                  <a:srgbClr val="C8C8C2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C8C8C2"/>
                </a:solidFill>
              </a:defRPr>
            </a:pPr>
            <a:r>
              <a:rPr sz="825" b="1">
                <a:solidFill>
                  <a:srgbClr val="C8C8C2"/>
                </a:solidFill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1625122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2026-10-28T00:48:57.8700000Z</dcterms:created>
  <dcterms:modified xsi:type="dcterms:W3CDTF">2026-10-28T00:48:57.8710000Z</dcterms:modified>
</coreProperties>
</file>