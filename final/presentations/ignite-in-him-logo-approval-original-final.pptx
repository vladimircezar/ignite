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a5e039fe74cd3" /><Relationship Type="http://schemas.openxmlformats.org/officeDocument/2006/relationships/extended-properties" Target="/docProps/app.xml" Id="R828a57a4b6384889" /><Relationship Type="http://schemas.openxmlformats.org/officeDocument/2006/relationships/officeDocument" Target="/ppt/presentation.xml" Id="Rdf6ca79c0bde49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96f48284a41b7"/>
  </p:sldMasterIdLst>
  <p:notesMasterIdLst>
    <p:notesMasterId xmlns:r="http://schemas.openxmlformats.org/officeDocument/2006/relationships" r:id="R695d9e1a63834ccb"/>
  </p:notesMasterIdLst>
  <p:sldIdLst>
    <p:sldId xmlns:r="http://schemas.openxmlformats.org/officeDocument/2006/relationships" id="256" r:id="R202946cbc89241fc"/>
    <p:sldId xmlns:r="http://schemas.openxmlformats.org/officeDocument/2006/relationships" id="257" r:id="Re982dd89925a4daa"/>
    <p:sldId xmlns:r="http://schemas.openxmlformats.org/officeDocument/2006/relationships" id="258" r:id="R07bd126de78348b4"/>
    <p:sldId xmlns:r="http://schemas.openxmlformats.org/officeDocument/2006/relationships" id="259" r:id="R00efe5ffb4ba4b8d"/>
    <p:sldId xmlns:r="http://schemas.openxmlformats.org/officeDocument/2006/relationships" id="260" r:id="Ra6bcb7a3d49d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08d3082da541e7" /><Relationship Type="http://schemas.openxmlformats.org/officeDocument/2006/relationships/slideMaster" Target="/ppt/slideMasters/slideMaster1.xml" Id="R6c596f48284a41b7" /><Relationship Type="http://schemas.openxmlformats.org/officeDocument/2006/relationships/notesMaster" Target="/ppt/notesMasters/notesMaster1.xml" Id="R695d9e1a63834ccb" /><Relationship Type="http://schemas.openxmlformats.org/officeDocument/2006/relationships/presProps" Target="/ppt/presProps.xml" Id="R0c39e715763646bf" /><Relationship Type="http://schemas.openxmlformats.org/officeDocument/2006/relationships/tableStyles" Target="/ppt/tableStyles.xml" Id="R15d00c4f5c20496c" /><Relationship Type="http://schemas.openxmlformats.org/officeDocument/2006/relationships/slide" Target="/ppt/slides/slide1.xml" Id="R202946cbc89241fc" /><Relationship Type="http://schemas.openxmlformats.org/officeDocument/2006/relationships/slide" Target="/ppt/slides/slide2.xml" Id="Re982dd89925a4daa" /><Relationship Type="http://schemas.openxmlformats.org/officeDocument/2006/relationships/slide" Target="/ppt/slides/slide3.xml" Id="R07bd126de78348b4" /><Relationship Type="http://schemas.openxmlformats.org/officeDocument/2006/relationships/slide" Target="/ppt/slides/slide4.xml" Id="R00efe5ffb4ba4b8d" /><Relationship Type="http://schemas.openxmlformats.org/officeDocument/2006/relationships/slide" Target="/ppt/slides/slide5.xml" Id="Ra6bcb7a3d49d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a6428600a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c40316a8124220" /><Relationship Type="http://schemas.openxmlformats.org/officeDocument/2006/relationships/notesMaster" Target="/ppt/notesMasters/notesMaster1.xml" Id="Rbdd78943867643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036efcc5d645ff" /><Relationship Type="http://schemas.openxmlformats.org/officeDocument/2006/relationships/notesMaster" Target="/ppt/notesMasters/notesMaster1.xml" Id="R2a8bdcae2ecd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b7898e2a645e0" /><Relationship Type="http://schemas.openxmlformats.org/officeDocument/2006/relationships/notesMaster" Target="/ppt/notesMasters/notesMaster1.xml" Id="Rb8d288856470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996576022946f2" /><Relationship Type="http://schemas.openxmlformats.org/officeDocument/2006/relationships/notesMaster" Target="/ppt/notesMasters/notesMaster1.xml" Id="Rdee5aeea7150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83580bc2c43fa" /><Relationship Type="http://schemas.openxmlformats.org/officeDocument/2006/relationships/notesMaster" Target="/ppt/notesMasters/notesMaster1.xml" Id="Rf80e0fcd55cb4b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ce83793c84e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6538b1fdf49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55059d46346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dc2cc08114b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57478fd8044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12176cedd42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1C5171-B593-4D75-9924-1615D61B5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722CCC-3E10-4C50-883F-88763DB86B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A011BD-6C1C-4E39-B877-D097BAAB1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BD1F0D-25AA-4664-9331-9485918DE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884C6F-0CBD-4935-B3BC-62845EDA9D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99B091-521A-4B7B-A8EF-EEED5066F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4C5375-48DF-49AB-AEAB-67793A157E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5E1898-BA2A-4A3B-8216-21B5E93472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D63304-04D2-4E0F-8DBE-58507101A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2D538E-63D3-42BF-8DFD-3DCCAFD873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93b66616d47d0" /><Relationship Type="http://schemas.openxmlformats.org/officeDocument/2006/relationships/slideLayout" Target="/ppt/slideLayouts/slideLayout1.xml" Id="R642b3742391544ec" /><Relationship Type="http://schemas.openxmlformats.org/officeDocument/2006/relationships/slideLayout" Target="/ppt/slideLayouts/slideLayout2.xml" Id="R529dfeed70914019" /><Relationship Type="http://schemas.openxmlformats.org/officeDocument/2006/relationships/slideLayout" Target="/ppt/slideLayouts/slideLayout3.xml" Id="Rd4d77deb5f2b4920" /><Relationship Type="http://schemas.openxmlformats.org/officeDocument/2006/relationships/slideLayout" Target="/ppt/slideLayouts/slideLayout4.xml" Id="R7a52990cf4214339" /><Relationship Type="http://schemas.openxmlformats.org/officeDocument/2006/relationships/slideLayout" Target="/ppt/slideLayouts/slideLayout5.xml" Id="R8317e1dccb7d4235" /><Relationship Type="http://schemas.openxmlformats.org/officeDocument/2006/relationships/slideLayout" Target="/ppt/slideLayouts/slideLayout6.xml" Id="R55e3dcb6b26f40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2b3742391544ec"/>
    <p:sldLayoutId xmlns:r="http://schemas.openxmlformats.org/officeDocument/2006/relationships" id="2147483650" r:id="R529dfeed70914019"/>
    <p:sldLayoutId xmlns:r="http://schemas.openxmlformats.org/officeDocument/2006/relationships" id="2147483651" r:id="Rd4d77deb5f2b4920"/>
    <p:sldLayoutId xmlns:r="http://schemas.openxmlformats.org/officeDocument/2006/relationships" id="2147483652" r:id="R7a52990cf4214339"/>
    <p:sldLayoutId xmlns:r="http://schemas.openxmlformats.org/officeDocument/2006/relationships" id="2147483653" r:id="R8317e1dccb7d4235"/>
    <p:sldLayoutId xmlns:r="http://schemas.openxmlformats.org/officeDocument/2006/relationships" id="2147483654" r:id="R55e3dcb6b26f40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6195649aa4c15" /><Relationship Type="http://schemas.openxmlformats.org/officeDocument/2006/relationships/image" Target="/ppt/media/image.png" Id="Re5d72261b11f4ace" /><Relationship Type="http://schemas.openxmlformats.org/officeDocument/2006/relationships/notesSlide" Target="/ppt/notesSlides/notesSlide1.xml" Id="R1e49cc1f908941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89e456e2d4060" /><Relationship Type="http://schemas.openxmlformats.org/officeDocument/2006/relationships/image" Target="/ppt/media/image2.png" Id="Rf3bb85f633f948b5" /><Relationship Type="http://schemas.openxmlformats.org/officeDocument/2006/relationships/image" Target="/ppt/media/image3.png" Id="Rf79a6032dfdf4d63" /><Relationship Type="http://schemas.openxmlformats.org/officeDocument/2006/relationships/image" Target="/ppt/media/image4.png" Id="R89c36e525ac14fbd" /><Relationship Type="http://schemas.openxmlformats.org/officeDocument/2006/relationships/image" Target="/ppt/media/image5.png" Id="R9ea8f776d7654cc4" /><Relationship Type="http://schemas.openxmlformats.org/officeDocument/2006/relationships/notesSlide" Target="/ppt/notesSlides/notesSlide2.xml" Id="Rdde3819c6799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bb785be114b10" /><Relationship Type="http://schemas.openxmlformats.org/officeDocument/2006/relationships/image" Target="/ppt/media/image6.png" Id="R19ae35b717a646a0" /><Relationship Type="http://schemas.openxmlformats.org/officeDocument/2006/relationships/image" Target="/ppt/media/image7.png" Id="Rd16870ddd74447a9" /><Relationship Type="http://schemas.openxmlformats.org/officeDocument/2006/relationships/image" Target="/ppt/media/image8.png" Id="Rd742acd4b96247c5" /><Relationship Type="http://schemas.openxmlformats.org/officeDocument/2006/relationships/image" Target="/ppt/media/image9.png" Id="R0a8a089dc5674342" /><Relationship Type="http://schemas.openxmlformats.org/officeDocument/2006/relationships/notesSlide" Target="/ppt/notesSlides/notesSlide3.xml" Id="R5eec643f5e454c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8434ef9b548ce" /><Relationship Type="http://schemas.openxmlformats.org/officeDocument/2006/relationships/image" Target="/ppt/media/image10.png" Id="Rfcf4a82ca6434000" /><Relationship Type="http://schemas.openxmlformats.org/officeDocument/2006/relationships/image" Target="/ppt/media/image11.png" Id="Rea25739de6b94f21" /><Relationship Type="http://schemas.openxmlformats.org/officeDocument/2006/relationships/image" Target="/ppt/media/image12.png" Id="Rf7a6bbe021f54c28" /><Relationship Type="http://schemas.openxmlformats.org/officeDocument/2006/relationships/notesSlide" Target="/ppt/notesSlides/notesSlide4.xml" Id="Rcbd28a1799934c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60819761940ef" /><Relationship Type="http://schemas.openxmlformats.org/officeDocument/2006/relationships/image" Target="/ppt/media/image13.png" Id="Rbf31750b1d174805" /><Relationship Type="http://schemas.openxmlformats.org/officeDocument/2006/relationships/notesSlide" Target="/ppt/notesSlides/notesSlide5.xml" Id="R4139a454cbb1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47DC-E7EC-4978-BE70-20D84CF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984EE-6B9A-40F6-BE85-9E5A711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Ignite in Him logo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9D9BA-0DFB-45DC-BC65-573652DE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2C2DF"/>
                </a:solidFill>
              </a:defRPr>
            </a:defPPr>
            <a:lvl1pPr>
              <a:defRPr sz="1800" b="0">
                <a:solidFill>
                  <a:srgbClr val="92C2DF"/>
                </a:solidFill>
              </a:defRPr>
            </a:lvl1pPr>
            <a:lvl2pPr>
              <a:defRPr sz="1800" b="0">
                <a:solidFill>
                  <a:srgbClr val="92C2DF"/>
                </a:solidFill>
              </a:defRPr>
            </a:lvl2pPr>
            <a:lvl3pPr>
              <a:defRPr sz="1800" b="0">
                <a:solidFill>
                  <a:srgbClr val="92C2DF"/>
                </a:solidFill>
              </a:defRPr>
            </a:lvl3pPr>
            <a:lvl4pPr>
              <a:defRPr sz="1800" b="0">
                <a:solidFill>
                  <a:srgbClr val="92C2DF"/>
                </a:solidFill>
              </a:defRPr>
            </a:lvl4pPr>
            <a:lvl5pPr>
              <a:defRPr sz="1800" b="0">
                <a:solidFill>
                  <a:srgbClr val="92C2DF"/>
                </a:solidFill>
              </a:defRPr>
            </a:lvl5pPr>
            <a:lvl6pPr>
              <a:defRPr sz="1800" b="0">
                <a:solidFill>
                  <a:srgbClr val="92C2DF"/>
                </a:solidFill>
              </a:defRPr>
            </a:lvl6pPr>
            <a:lvl7pPr>
              <a:defRPr sz="1800" b="0">
                <a:solidFill>
                  <a:srgbClr val="92C2DF"/>
                </a:solidFill>
              </a:defRPr>
            </a:lvl7pPr>
            <a:lvl8pPr>
              <a:defRPr sz="1800" b="0">
                <a:solidFill>
                  <a:srgbClr val="92C2DF"/>
                </a:solidFill>
              </a:defRPr>
            </a:lvl8pPr>
            <a:lvl9pPr>
              <a:defRPr sz="1800" b="0">
                <a:solidFill>
                  <a:srgbClr val="92C2DF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2C2DF"/>
                </a:solidFill>
              </a:defRPr>
            </a:pPr>
            <a:r>
              <a:rPr sz="1800" b="0">
                <a:solidFill>
                  <a:srgbClr val="92C2DF"/>
                </a:solidFill>
              </a:rPr>
              <a:t>A clear identity built around one lit match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3C045-FCC2-46DB-8DF5-B73F693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C39E1-78D0-4D76-86C2-17EFAE50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9D8D3"/>
                </a:solidFill>
              </a:defRPr>
            </a:defPPr>
            <a:lvl1pPr>
              <a:defRPr sz="1350" b="0">
                <a:solidFill>
                  <a:srgbClr val="D9D8D3"/>
                </a:solidFill>
              </a:defRPr>
            </a:lvl1pPr>
            <a:lvl2pPr>
              <a:defRPr sz="1350" b="0">
                <a:solidFill>
                  <a:srgbClr val="D9D8D3"/>
                </a:solidFill>
              </a:defRPr>
            </a:lvl2pPr>
            <a:lvl3pPr>
              <a:defRPr sz="1350" b="0">
                <a:solidFill>
                  <a:srgbClr val="D9D8D3"/>
                </a:solidFill>
              </a:defRPr>
            </a:lvl3pPr>
            <a:lvl4pPr>
              <a:defRPr sz="1350" b="0">
                <a:solidFill>
                  <a:srgbClr val="D9D8D3"/>
                </a:solidFill>
              </a:defRPr>
            </a:lvl4pPr>
            <a:lvl5pPr>
              <a:defRPr sz="1350" b="0">
                <a:solidFill>
                  <a:srgbClr val="D9D8D3"/>
                </a:solidFill>
              </a:defRPr>
            </a:lvl5pPr>
            <a:lvl6pPr>
              <a:defRPr sz="1350" b="0">
                <a:solidFill>
                  <a:srgbClr val="D9D8D3"/>
                </a:solidFill>
              </a:defRPr>
            </a:lvl6pPr>
            <a:lvl7pPr>
              <a:defRPr sz="1350" b="0">
                <a:solidFill>
                  <a:srgbClr val="D9D8D3"/>
                </a:solidFill>
              </a:defRPr>
            </a:lvl7pPr>
            <a:lvl8pPr>
              <a:defRPr sz="1350" b="0">
                <a:solidFill>
                  <a:srgbClr val="D9D8D3"/>
                </a:solidFill>
              </a:defRPr>
            </a:lvl8pPr>
            <a:lvl9pPr>
              <a:defRPr sz="1350" b="0">
                <a:solidFill>
                  <a:srgbClr val="D9D8D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9D8D3"/>
                </a:solidFill>
              </a:defRPr>
            </a:pPr>
            <a:r>
              <a:rPr sz="1350" b="0">
                <a:solidFill>
                  <a:srgbClr val="D9D8D3"/>
                </a:solidFill>
              </a:rPr>
              <a:t>Core identity system</a:t>
            </a:r>
          </a:p>
          <a:p xmlns:a="http://schemas.openxmlformats.org/drawingml/2006/main">
            <a:pPr>
              <a:defRPr sz="1350" b="0">
                <a:solidFill>
                  <a:srgbClr val="D9D8D3"/>
                </a:solidFill>
              </a:defRPr>
            </a:pPr>
            <a:r>
              <a:rPr sz="1350" b="0">
                <a:solidFill>
                  <a:srgbClr val="D9D8D3"/>
                </a:solidFill>
              </a:rPr>
              <a:t>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29FCE-C075-4C1C-ADBE-D9527B76C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2261b11f4ace"/>
          <a:stretch xmlns:a="http://schemas.openxmlformats.org/drawingml/2006/main"/>
        </p:blipFill>
        <p:spPr>
          <a:xfrm xmlns:a="http://schemas.openxmlformats.org/drawingml/2006/main">
            <a:off x="7143750" y="1278396"/>
            <a:ext cx="3714750" cy="41107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D90F4-51D4-42F3-811B-D31880A8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1684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500CD-DC5C-4C93-83DF-4A8E755D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Design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A9C3B-33FA-4453-B4FB-5E12709D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The identity turns the idea of ignition into a compact system that works from a favicon to signage.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30201-C96D-43AA-8ABC-7E0EF3AB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62DE-0CA2-4F87-9C77-C93B16447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b85f633f948b5"/>
          <a:stretch xmlns:a="http://schemas.openxmlformats.org/drawingml/2006/main"/>
        </p:blipFill>
        <p:spPr>
          <a:xfrm xmlns:a="http://schemas.openxmlformats.org/drawingml/2006/main">
            <a:off x="1355408" y="2114550"/>
            <a:ext cx="1022985" cy="2286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153C5-0753-4DEF-AB06-69A8CE91E6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a6032dfdf4d63"/>
          <a:stretch xmlns:a="http://schemas.openxmlformats.org/drawingml/2006/main"/>
        </p:blipFill>
        <p:spPr>
          <a:xfrm xmlns:a="http://schemas.openxmlformats.org/drawingml/2006/main">
            <a:off x="3924300" y="2400300"/>
            <a:ext cx="1638300" cy="1638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35283-ED02-4662-9577-8B63A639E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36e525ac14fbd"/>
          <a:stretch xmlns:a="http://schemas.openxmlformats.org/drawingml/2006/main"/>
        </p:blipFill>
        <p:spPr>
          <a:xfrm xmlns:a="http://schemas.openxmlformats.org/drawingml/2006/main">
            <a:off x="6438900" y="2599134"/>
            <a:ext cx="2133600" cy="105013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2474D-0B93-485E-8E03-AE5A56946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8f776d7654cc4"/>
          <a:stretch xmlns:a="http://schemas.openxmlformats.org/drawingml/2006/main"/>
        </p:blipFill>
        <p:spPr>
          <a:xfrm xmlns:a="http://schemas.openxmlformats.org/drawingml/2006/main">
            <a:off x="9105900" y="2600706"/>
            <a:ext cx="2133600" cy="9707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78EEC-2AEC-4DE3-8135-39D37436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01 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29CFE-0E53-45EE-A2A3-1473559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Ignition suggests momentum, energy and a clear starting 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43A09-A12A-47AC-8839-48F05E88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02 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EEE9A-B465-4B5F-B935-DA8B1B0A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The original flame returns with one straight shaft and softly rounded top corners.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CFD63-44CB-4A7C-B345-5C791BA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03  Typography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DF000-6183-4F5E-8EA4-C71AF3A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054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A lowercase geometric wordmark keeps the tone modern and approachable.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3F6EE-D577-4013-AD3C-06627DD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04 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5CB32-FF6F-4EB5-8880-676B1C7B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054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6B67"/>
                </a:solidFill>
              </a:defRPr>
            </a:defPPr>
            <a:lvl1pPr>
              <a:defRPr sz="1275" b="0">
                <a:solidFill>
                  <a:srgbClr val="6B6B67"/>
                </a:solidFill>
              </a:defRPr>
            </a:lvl1pPr>
            <a:lvl2pPr>
              <a:defRPr sz="1275" b="0">
                <a:solidFill>
                  <a:srgbClr val="6B6B67"/>
                </a:solidFill>
              </a:defRPr>
            </a:lvl2pPr>
            <a:lvl3pPr>
              <a:defRPr sz="1275" b="0">
                <a:solidFill>
                  <a:srgbClr val="6B6B67"/>
                </a:solidFill>
              </a:defRPr>
            </a:lvl3pPr>
            <a:lvl4pPr>
              <a:defRPr sz="1275" b="0">
                <a:solidFill>
                  <a:srgbClr val="6B6B67"/>
                </a:solidFill>
              </a:defRPr>
            </a:lvl4pPr>
            <a:lvl5pPr>
              <a:defRPr sz="1275" b="0">
                <a:solidFill>
                  <a:srgbClr val="6B6B67"/>
                </a:solidFill>
              </a:defRPr>
            </a:lvl5pPr>
            <a:lvl6pPr>
              <a:defRPr sz="1275" b="0">
                <a:solidFill>
                  <a:srgbClr val="6B6B67"/>
                </a:solidFill>
              </a:defRPr>
            </a:lvl6pPr>
            <a:lvl7pPr>
              <a:defRPr sz="1275" b="0">
                <a:solidFill>
                  <a:srgbClr val="6B6B67"/>
                </a:solidFill>
              </a:defRPr>
            </a:lvl7pPr>
            <a:lvl8pPr>
              <a:defRPr sz="1275" b="0">
                <a:solidFill>
                  <a:srgbClr val="6B6B67"/>
                </a:solidFill>
              </a:defRPr>
            </a:lvl8pPr>
            <a:lvl9pPr>
              <a:defRPr sz="127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6B67"/>
                </a:solidFill>
              </a:defRPr>
            </a:pPr>
            <a:r>
              <a:rPr sz="1275" b="0">
                <a:solidFill>
                  <a:srgbClr val="6B6B67"/>
                </a:solidFill>
              </a:rPr>
              <a:t>Horizontal, stacked and icon formats create a consistent family.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8BBEE-4F10-4053-8EDB-F427CBB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B6B67"/>
                </a:solidFill>
              </a:defRPr>
            </a:defPPr>
            <a:lvl1pPr>
              <a:defRPr sz="900" b="1">
                <a:solidFill>
                  <a:srgbClr val="6B6B67"/>
                </a:solidFill>
              </a:defRPr>
            </a:lvl1pPr>
            <a:lvl2pPr>
              <a:defRPr sz="900" b="1">
                <a:solidFill>
                  <a:srgbClr val="6B6B67"/>
                </a:solidFill>
              </a:defRPr>
            </a:lvl2pPr>
            <a:lvl3pPr>
              <a:defRPr sz="900" b="1">
                <a:solidFill>
                  <a:srgbClr val="6B6B67"/>
                </a:solidFill>
              </a:defRPr>
            </a:lvl3pPr>
            <a:lvl4pPr>
              <a:defRPr sz="900" b="1">
                <a:solidFill>
                  <a:srgbClr val="6B6B67"/>
                </a:solidFill>
              </a:defRPr>
            </a:lvl4pPr>
            <a:lvl5pPr>
              <a:defRPr sz="900" b="1">
                <a:solidFill>
                  <a:srgbClr val="6B6B67"/>
                </a:solidFill>
              </a:defRPr>
            </a:lvl5pPr>
            <a:lvl6pPr>
              <a:defRPr sz="900" b="1">
                <a:solidFill>
                  <a:srgbClr val="6B6B67"/>
                </a:solidFill>
              </a:defRPr>
            </a:lvl6pPr>
            <a:lvl7pPr>
              <a:defRPr sz="900" b="1">
                <a:solidFill>
                  <a:srgbClr val="6B6B67"/>
                </a:solidFill>
              </a:defRPr>
            </a:lvl7pPr>
            <a:lvl8pPr>
              <a:defRPr sz="900" b="1">
                <a:solidFill>
                  <a:srgbClr val="6B6B67"/>
                </a:solidFill>
              </a:defRPr>
            </a:lvl8pPr>
            <a:lvl9pPr>
              <a:defRPr sz="90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7075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DC9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0CFBB-892E-4D8B-B794-7796A132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Four tests for a durable logo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805DA-2DD0-475C-B39A-D1F04AC1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C3520"/>
                </a:solidFill>
              </a:defRPr>
            </a:defPPr>
            <a:lvl1pPr>
              <a:defRPr sz="1500" b="0">
                <a:solidFill>
                  <a:srgbClr val="3C3520"/>
                </a:solidFill>
              </a:defRPr>
            </a:lvl1pPr>
            <a:lvl2pPr>
              <a:defRPr sz="1500" b="0">
                <a:solidFill>
                  <a:srgbClr val="3C3520"/>
                </a:solidFill>
              </a:defRPr>
            </a:lvl2pPr>
            <a:lvl3pPr>
              <a:defRPr sz="1500" b="0">
                <a:solidFill>
                  <a:srgbClr val="3C3520"/>
                </a:solidFill>
              </a:defRPr>
            </a:lvl3pPr>
            <a:lvl4pPr>
              <a:defRPr sz="1500" b="0">
                <a:solidFill>
                  <a:srgbClr val="3C3520"/>
                </a:solidFill>
              </a:defRPr>
            </a:lvl4pPr>
            <a:lvl5pPr>
              <a:defRPr sz="1500" b="0">
                <a:solidFill>
                  <a:srgbClr val="3C3520"/>
                </a:solidFill>
              </a:defRPr>
            </a:lvl5pPr>
            <a:lvl6pPr>
              <a:defRPr sz="1500" b="0">
                <a:solidFill>
                  <a:srgbClr val="3C3520"/>
                </a:solidFill>
              </a:defRPr>
            </a:lvl6pPr>
            <a:lvl7pPr>
              <a:defRPr sz="1500" b="0">
                <a:solidFill>
                  <a:srgbClr val="3C3520"/>
                </a:solidFill>
              </a:defRPr>
            </a:lvl7pPr>
            <a:lvl8pPr>
              <a:defRPr sz="1500" b="0">
                <a:solidFill>
                  <a:srgbClr val="3C3520"/>
                </a:solidFill>
              </a:defRPr>
            </a:lvl8pPr>
            <a:lvl9pPr>
              <a:defRPr sz="1500" b="0">
                <a:solidFill>
                  <a:srgbClr val="3C352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C3520"/>
                </a:solidFill>
              </a:defRPr>
            </a:pPr>
            <a:r>
              <a:rPr sz="1500" b="0">
                <a:solidFill>
                  <a:srgbClr val="3C3520"/>
                </a:solidFill>
              </a:rPr>
              <a:t>A strong mark keeps its meaning when size, color and context change.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D850F-3B0F-4808-A7F4-EC094C7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612DD-2E5B-4C46-8A15-8CD72F2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8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  <a:lvl1pPr>
              <a:defRPr sz="1725" b="1">
                <a:solidFill>
                  <a:srgbClr val="111111"/>
                </a:solidFill>
              </a:defRPr>
            </a:lvl1pPr>
            <a:lvl2pPr>
              <a:defRPr sz="1725" b="1">
                <a:solidFill>
                  <a:srgbClr val="111111"/>
                </a:solidFill>
              </a:defRPr>
            </a:lvl2pPr>
            <a:lvl3pPr>
              <a:defRPr sz="1725" b="1">
                <a:solidFill>
                  <a:srgbClr val="111111"/>
                </a:solidFill>
              </a:defRPr>
            </a:lvl3pPr>
            <a:lvl4pPr>
              <a:defRPr sz="1725" b="1">
                <a:solidFill>
                  <a:srgbClr val="111111"/>
                </a:solidFill>
              </a:defRPr>
            </a:lvl4pPr>
            <a:lvl5pPr>
              <a:defRPr sz="1725" b="1">
                <a:solidFill>
                  <a:srgbClr val="111111"/>
                </a:solidFill>
              </a:defRPr>
            </a:lvl5pPr>
            <a:lvl6pPr>
              <a:defRPr sz="1725" b="1">
                <a:solidFill>
                  <a:srgbClr val="111111"/>
                </a:solidFill>
              </a:defRPr>
            </a:lvl6pPr>
            <a:lvl7pPr>
              <a:defRPr sz="1725" b="1">
                <a:solidFill>
                  <a:srgbClr val="111111"/>
                </a:solidFill>
              </a:defRPr>
            </a:lvl7pPr>
            <a:lvl8pPr>
              <a:defRPr sz="1725" b="1">
                <a:solidFill>
                  <a:srgbClr val="111111"/>
                </a:solidFill>
              </a:defRPr>
            </a:lvl8pPr>
            <a:lvl9pPr>
              <a:defRPr sz="17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Distinctive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9F8C1-E00A-4AFA-A304-BFA013F7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C3520"/>
                </a:solidFill>
              </a:defRPr>
            </a:defPPr>
            <a:lvl1pPr>
              <a:defRPr sz="1275" b="0">
                <a:solidFill>
                  <a:srgbClr val="3C3520"/>
                </a:solidFill>
              </a:defRPr>
            </a:lvl1pPr>
            <a:lvl2pPr>
              <a:defRPr sz="1275" b="0">
                <a:solidFill>
                  <a:srgbClr val="3C3520"/>
                </a:solidFill>
              </a:defRPr>
            </a:lvl2pPr>
            <a:lvl3pPr>
              <a:defRPr sz="1275" b="0">
                <a:solidFill>
                  <a:srgbClr val="3C3520"/>
                </a:solidFill>
              </a:defRPr>
            </a:lvl3pPr>
            <a:lvl4pPr>
              <a:defRPr sz="1275" b="0">
                <a:solidFill>
                  <a:srgbClr val="3C3520"/>
                </a:solidFill>
              </a:defRPr>
            </a:lvl4pPr>
            <a:lvl5pPr>
              <a:defRPr sz="1275" b="0">
                <a:solidFill>
                  <a:srgbClr val="3C3520"/>
                </a:solidFill>
              </a:defRPr>
            </a:lvl5pPr>
            <a:lvl6pPr>
              <a:defRPr sz="1275" b="0">
                <a:solidFill>
                  <a:srgbClr val="3C3520"/>
                </a:solidFill>
              </a:defRPr>
            </a:lvl6pPr>
            <a:lvl7pPr>
              <a:defRPr sz="1275" b="0">
                <a:solidFill>
                  <a:srgbClr val="3C3520"/>
                </a:solidFill>
              </a:defRPr>
            </a:lvl7pPr>
            <a:lvl8pPr>
              <a:defRPr sz="1275" b="0">
                <a:solidFill>
                  <a:srgbClr val="3C3520"/>
                </a:solidFill>
              </a:defRPr>
            </a:lvl8pPr>
            <a:lvl9pPr>
              <a:defRPr sz="1275" b="0">
                <a:solidFill>
                  <a:srgbClr val="3C352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C3520"/>
                </a:solidFill>
              </a:defRPr>
            </a:pPr>
            <a:r>
              <a:rPr sz="1275" b="0">
                <a:solidFill>
                  <a:srgbClr val="3C3520"/>
                </a:solidFill>
              </a:rPr>
              <a:t>The original flame retains the recognizable Ignite silhouette.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1D46-A258-4ECE-941F-65FB0ACB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428F5-B779-41A4-962F-62F887FB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  <a:lvl1pPr>
              <a:defRPr sz="1725" b="1">
                <a:solidFill>
                  <a:srgbClr val="111111"/>
                </a:solidFill>
              </a:defRPr>
            </a:lvl1pPr>
            <a:lvl2pPr>
              <a:defRPr sz="1725" b="1">
                <a:solidFill>
                  <a:srgbClr val="111111"/>
                </a:solidFill>
              </a:defRPr>
            </a:lvl2pPr>
            <a:lvl3pPr>
              <a:defRPr sz="1725" b="1">
                <a:solidFill>
                  <a:srgbClr val="111111"/>
                </a:solidFill>
              </a:defRPr>
            </a:lvl3pPr>
            <a:lvl4pPr>
              <a:defRPr sz="1725" b="1">
                <a:solidFill>
                  <a:srgbClr val="111111"/>
                </a:solidFill>
              </a:defRPr>
            </a:lvl4pPr>
            <a:lvl5pPr>
              <a:defRPr sz="1725" b="1">
                <a:solidFill>
                  <a:srgbClr val="111111"/>
                </a:solidFill>
              </a:defRPr>
            </a:lvl5pPr>
            <a:lvl6pPr>
              <a:defRPr sz="1725" b="1">
                <a:solidFill>
                  <a:srgbClr val="111111"/>
                </a:solidFill>
              </a:defRPr>
            </a:lvl6pPr>
            <a:lvl7pPr>
              <a:defRPr sz="1725" b="1">
                <a:solidFill>
                  <a:srgbClr val="111111"/>
                </a:solidFill>
              </a:defRPr>
            </a:lvl7pPr>
            <a:lvl8pPr>
              <a:defRPr sz="1725" b="1">
                <a:solidFill>
                  <a:srgbClr val="111111"/>
                </a:solidFill>
              </a:defRPr>
            </a:lvl8pPr>
            <a:lvl9pPr>
              <a:defRPr sz="17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750E9-57FC-427C-A307-047BDC9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C3520"/>
                </a:solidFill>
              </a:defRPr>
            </a:defPPr>
            <a:lvl1pPr>
              <a:defRPr sz="1275" b="0">
                <a:solidFill>
                  <a:srgbClr val="3C3520"/>
                </a:solidFill>
              </a:defRPr>
            </a:lvl1pPr>
            <a:lvl2pPr>
              <a:defRPr sz="1275" b="0">
                <a:solidFill>
                  <a:srgbClr val="3C3520"/>
                </a:solidFill>
              </a:defRPr>
            </a:lvl2pPr>
            <a:lvl3pPr>
              <a:defRPr sz="1275" b="0">
                <a:solidFill>
                  <a:srgbClr val="3C3520"/>
                </a:solidFill>
              </a:defRPr>
            </a:lvl3pPr>
            <a:lvl4pPr>
              <a:defRPr sz="1275" b="0">
                <a:solidFill>
                  <a:srgbClr val="3C3520"/>
                </a:solidFill>
              </a:defRPr>
            </a:lvl4pPr>
            <a:lvl5pPr>
              <a:defRPr sz="1275" b="0">
                <a:solidFill>
                  <a:srgbClr val="3C3520"/>
                </a:solidFill>
              </a:defRPr>
            </a:lvl5pPr>
            <a:lvl6pPr>
              <a:defRPr sz="1275" b="0">
                <a:solidFill>
                  <a:srgbClr val="3C3520"/>
                </a:solidFill>
              </a:defRPr>
            </a:lvl6pPr>
            <a:lvl7pPr>
              <a:defRPr sz="1275" b="0">
                <a:solidFill>
                  <a:srgbClr val="3C3520"/>
                </a:solidFill>
              </a:defRPr>
            </a:lvl7pPr>
            <a:lvl8pPr>
              <a:defRPr sz="1275" b="0">
                <a:solidFill>
                  <a:srgbClr val="3C3520"/>
                </a:solidFill>
              </a:defRPr>
            </a:lvl8pPr>
            <a:lvl9pPr>
              <a:defRPr sz="1275" b="0">
                <a:solidFill>
                  <a:srgbClr val="3C352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C3520"/>
                </a:solidFill>
              </a:defRPr>
            </a:pPr>
            <a:r>
              <a:rPr sz="1275" b="0">
                <a:solidFill>
                  <a:srgbClr val="3C3520"/>
                </a:solidFill>
              </a:rPr>
              <a:t>Small corner radii soften the connection without creating a separate 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F7910-7A8F-414A-BF26-1672032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F3E84-BB26-49A9-A888-C68DA99D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  <a:lvl1pPr>
              <a:defRPr sz="1725" b="1">
                <a:solidFill>
                  <a:srgbClr val="111111"/>
                </a:solidFill>
              </a:defRPr>
            </a:lvl1pPr>
            <a:lvl2pPr>
              <a:defRPr sz="1725" b="1">
                <a:solidFill>
                  <a:srgbClr val="111111"/>
                </a:solidFill>
              </a:defRPr>
            </a:lvl2pPr>
            <a:lvl3pPr>
              <a:defRPr sz="1725" b="1">
                <a:solidFill>
                  <a:srgbClr val="111111"/>
                </a:solidFill>
              </a:defRPr>
            </a:lvl3pPr>
            <a:lvl4pPr>
              <a:defRPr sz="1725" b="1">
                <a:solidFill>
                  <a:srgbClr val="111111"/>
                </a:solidFill>
              </a:defRPr>
            </a:lvl4pPr>
            <a:lvl5pPr>
              <a:defRPr sz="1725" b="1">
                <a:solidFill>
                  <a:srgbClr val="111111"/>
                </a:solidFill>
              </a:defRPr>
            </a:lvl5pPr>
            <a:lvl6pPr>
              <a:defRPr sz="1725" b="1">
                <a:solidFill>
                  <a:srgbClr val="111111"/>
                </a:solidFill>
              </a:defRPr>
            </a:lvl6pPr>
            <a:lvl7pPr>
              <a:defRPr sz="1725" b="1">
                <a:solidFill>
                  <a:srgbClr val="111111"/>
                </a:solidFill>
              </a:defRPr>
            </a:lvl7pPr>
            <a:lvl8pPr>
              <a:defRPr sz="1725" b="1">
                <a:solidFill>
                  <a:srgbClr val="111111"/>
                </a:solidFill>
              </a:defRPr>
            </a:lvl8pPr>
            <a:lvl9pPr>
              <a:defRPr sz="17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Scalable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8E0F6-CDDB-4181-931D-7B64A10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C3520"/>
                </a:solidFill>
              </a:defRPr>
            </a:defPPr>
            <a:lvl1pPr>
              <a:defRPr sz="1275" b="0">
                <a:solidFill>
                  <a:srgbClr val="3C3520"/>
                </a:solidFill>
              </a:defRPr>
            </a:lvl1pPr>
            <a:lvl2pPr>
              <a:defRPr sz="1275" b="0">
                <a:solidFill>
                  <a:srgbClr val="3C3520"/>
                </a:solidFill>
              </a:defRPr>
            </a:lvl2pPr>
            <a:lvl3pPr>
              <a:defRPr sz="1275" b="0">
                <a:solidFill>
                  <a:srgbClr val="3C3520"/>
                </a:solidFill>
              </a:defRPr>
            </a:lvl3pPr>
            <a:lvl4pPr>
              <a:defRPr sz="1275" b="0">
                <a:solidFill>
                  <a:srgbClr val="3C3520"/>
                </a:solidFill>
              </a:defRPr>
            </a:lvl4pPr>
            <a:lvl5pPr>
              <a:defRPr sz="1275" b="0">
                <a:solidFill>
                  <a:srgbClr val="3C3520"/>
                </a:solidFill>
              </a:defRPr>
            </a:lvl5pPr>
            <a:lvl6pPr>
              <a:defRPr sz="1275" b="0">
                <a:solidFill>
                  <a:srgbClr val="3C3520"/>
                </a:solidFill>
              </a:defRPr>
            </a:lvl6pPr>
            <a:lvl7pPr>
              <a:defRPr sz="1275" b="0">
                <a:solidFill>
                  <a:srgbClr val="3C3520"/>
                </a:solidFill>
              </a:defRPr>
            </a:lvl7pPr>
            <a:lvl8pPr>
              <a:defRPr sz="1275" b="0">
                <a:solidFill>
                  <a:srgbClr val="3C3520"/>
                </a:solidFill>
              </a:defRPr>
            </a:lvl8pPr>
            <a:lvl9pPr>
              <a:defRPr sz="1275" b="0">
                <a:solidFill>
                  <a:srgbClr val="3C352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C3520"/>
                </a:solidFill>
              </a:defRPr>
            </a:pPr>
            <a:r>
              <a:rPr sz="1275" b="0">
                <a:solidFill>
                  <a:srgbClr val="3C3520"/>
                </a:solidFill>
              </a:rPr>
              <a:t>The symbol remains clear at app-icon and favicon sizes.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A4DDC-19B2-4F52-982A-CAB7B8FA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11111"/>
                </a:solidFill>
              </a:defRPr>
            </a:defPPr>
            <a:lvl1pPr>
              <a:defRPr sz="1200" b="1">
                <a:solidFill>
                  <a:srgbClr val="111111"/>
                </a:solidFill>
              </a:defRPr>
            </a:lvl1pPr>
            <a:lvl2pPr>
              <a:defRPr sz="1200" b="1">
                <a:solidFill>
                  <a:srgbClr val="111111"/>
                </a:solidFill>
              </a:defRPr>
            </a:lvl2pPr>
            <a:lvl3pPr>
              <a:defRPr sz="1200" b="1">
                <a:solidFill>
                  <a:srgbClr val="111111"/>
                </a:solidFill>
              </a:defRPr>
            </a:lvl3pPr>
            <a:lvl4pPr>
              <a:defRPr sz="1200" b="1">
                <a:solidFill>
                  <a:srgbClr val="111111"/>
                </a:solidFill>
              </a:defRPr>
            </a:lvl4pPr>
            <a:lvl5pPr>
              <a:defRPr sz="1200" b="1">
                <a:solidFill>
                  <a:srgbClr val="111111"/>
                </a:solidFill>
              </a:defRPr>
            </a:lvl5pPr>
            <a:lvl6pPr>
              <a:defRPr sz="1200" b="1">
                <a:solidFill>
                  <a:srgbClr val="111111"/>
                </a:solidFill>
              </a:defRPr>
            </a:lvl6pPr>
            <a:lvl7pPr>
              <a:defRPr sz="1200" b="1">
                <a:solidFill>
                  <a:srgbClr val="111111"/>
                </a:solidFill>
              </a:defRPr>
            </a:lvl7pPr>
            <a:lvl8pPr>
              <a:defRPr sz="1200" b="1">
                <a:solidFill>
                  <a:srgbClr val="111111"/>
                </a:solidFill>
              </a:defRPr>
            </a:lvl8pPr>
            <a:lvl9pPr>
              <a:defRPr sz="12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AC883-6474-443A-81DC-1E37EDD5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</a:defRPr>
            </a:defPPr>
            <a:lvl1pPr>
              <a:defRPr sz="1725" b="1">
                <a:solidFill>
                  <a:srgbClr val="111111"/>
                </a:solidFill>
              </a:defRPr>
            </a:lvl1pPr>
            <a:lvl2pPr>
              <a:defRPr sz="1725" b="1">
                <a:solidFill>
                  <a:srgbClr val="111111"/>
                </a:solidFill>
              </a:defRPr>
            </a:lvl2pPr>
            <a:lvl3pPr>
              <a:defRPr sz="1725" b="1">
                <a:solidFill>
                  <a:srgbClr val="111111"/>
                </a:solidFill>
              </a:defRPr>
            </a:lvl3pPr>
            <a:lvl4pPr>
              <a:defRPr sz="1725" b="1">
                <a:solidFill>
                  <a:srgbClr val="111111"/>
                </a:solidFill>
              </a:defRPr>
            </a:lvl4pPr>
            <a:lvl5pPr>
              <a:defRPr sz="1725" b="1">
                <a:solidFill>
                  <a:srgbClr val="111111"/>
                </a:solidFill>
              </a:defRPr>
            </a:lvl5pPr>
            <a:lvl6pPr>
              <a:defRPr sz="1725" b="1">
                <a:solidFill>
                  <a:srgbClr val="111111"/>
                </a:solidFill>
              </a:defRPr>
            </a:lvl6pPr>
            <a:lvl7pPr>
              <a:defRPr sz="1725" b="1">
                <a:solidFill>
                  <a:srgbClr val="111111"/>
                </a:solidFill>
              </a:defRPr>
            </a:lvl7pPr>
            <a:lvl8pPr>
              <a:defRPr sz="1725" b="1">
                <a:solidFill>
                  <a:srgbClr val="111111"/>
                </a:solidFill>
              </a:defRPr>
            </a:lvl8pPr>
            <a:lvl9pPr>
              <a:defRPr sz="17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Adaptable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EB012-1532-4AE3-AF2A-CA6E624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C3520"/>
                </a:solidFill>
              </a:defRPr>
            </a:defPPr>
            <a:lvl1pPr>
              <a:defRPr sz="1275" b="0">
                <a:solidFill>
                  <a:srgbClr val="3C3520"/>
                </a:solidFill>
              </a:defRPr>
            </a:lvl1pPr>
            <a:lvl2pPr>
              <a:defRPr sz="1275" b="0">
                <a:solidFill>
                  <a:srgbClr val="3C3520"/>
                </a:solidFill>
              </a:defRPr>
            </a:lvl2pPr>
            <a:lvl3pPr>
              <a:defRPr sz="1275" b="0">
                <a:solidFill>
                  <a:srgbClr val="3C3520"/>
                </a:solidFill>
              </a:defRPr>
            </a:lvl3pPr>
            <a:lvl4pPr>
              <a:defRPr sz="1275" b="0">
                <a:solidFill>
                  <a:srgbClr val="3C3520"/>
                </a:solidFill>
              </a:defRPr>
            </a:lvl4pPr>
            <a:lvl5pPr>
              <a:defRPr sz="1275" b="0">
                <a:solidFill>
                  <a:srgbClr val="3C3520"/>
                </a:solidFill>
              </a:defRPr>
            </a:lvl5pPr>
            <a:lvl6pPr>
              <a:defRPr sz="1275" b="0">
                <a:solidFill>
                  <a:srgbClr val="3C3520"/>
                </a:solidFill>
              </a:defRPr>
            </a:lvl6pPr>
            <a:lvl7pPr>
              <a:defRPr sz="1275" b="0">
                <a:solidFill>
                  <a:srgbClr val="3C3520"/>
                </a:solidFill>
              </a:defRPr>
            </a:lvl7pPr>
            <a:lvl8pPr>
              <a:defRPr sz="1275" b="0">
                <a:solidFill>
                  <a:srgbClr val="3C3520"/>
                </a:solidFill>
              </a:defRPr>
            </a:lvl8pPr>
            <a:lvl9pPr>
              <a:defRPr sz="1275" b="0">
                <a:solidFill>
                  <a:srgbClr val="3C352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C3520"/>
                </a:solidFill>
              </a:defRPr>
            </a:pPr>
            <a:r>
              <a:rPr sz="1275" b="0">
                <a:solidFill>
                  <a:srgbClr val="3C3520"/>
                </a:solidFill>
              </a:rPr>
              <a:t>One-color and reversed versions protect legibility.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B455C-4ADD-4D52-A652-E73F886C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3243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705AC-987C-41FF-AEF8-6E3B584E8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e35b717a646a0"/>
          <a:stretch xmlns:a="http://schemas.openxmlformats.org/drawingml/2006/main"/>
        </p:blipFill>
        <p:spPr>
          <a:xfrm xmlns:a="http://schemas.openxmlformats.org/drawingml/2006/main">
            <a:off x="8112109" y="1924050"/>
            <a:ext cx="1244632" cy="2781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EE768-A288-4A28-A60F-211B0BB6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48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B6B67"/>
                </a:solidFill>
              </a:defRPr>
            </a:defPPr>
            <a:lvl1pPr>
              <a:defRPr sz="1050" b="1">
                <a:solidFill>
                  <a:srgbClr val="6B6B67"/>
                </a:solidFill>
              </a:defRPr>
            </a:lvl1pPr>
            <a:lvl2pPr>
              <a:defRPr sz="1050" b="1">
                <a:solidFill>
                  <a:srgbClr val="6B6B67"/>
                </a:solidFill>
              </a:defRPr>
            </a:lvl2pPr>
            <a:lvl3pPr>
              <a:defRPr sz="1050" b="1">
                <a:solidFill>
                  <a:srgbClr val="6B6B67"/>
                </a:solidFill>
              </a:defRPr>
            </a:lvl3pPr>
            <a:lvl4pPr>
              <a:defRPr sz="1050" b="1">
                <a:solidFill>
                  <a:srgbClr val="6B6B67"/>
                </a:solidFill>
              </a:defRPr>
            </a:lvl4pPr>
            <a:lvl5pPr>
              <a:defRPr sz="1050" b="1">
                <a:solidFill>
                  <a:srgbClr val="6B6B67"/>
                </a:solidFill>
              </a:defRPr>
            </a:lvl5pPr>
            <a:lvl6pPr>
              <a:defRPr sz="1050" b="1">
                <a:solidFill>
                  <a:srgbClr val="6B6B67"/>
                </a:solidFill>
              </a:defRPr>
            </a:lvl6pPr>
            <a:lvl7pPr>
              <a:defRPr sz="1050" b="1">
                <a:solidFill>
                  <a:srgbClr val="6B6B67"/>
                </a:solidFill>
              </a:defRPr>
            </a:lvl7pPr>
            <a:lvl8pPr>
              <a:defRPr sz="1050" b="1">
                <a:solidFill>
                  <a:srgbClr val="6B6B67"/>
                </a:solidFill>
              </a:defRPr>
            </a:lvl8pPr>
            <a:lvl9pPr>
              <a:defRPr sz="105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B6B67"/>
                </a:solidFill>
              </a:defRPr>
            </a:pPr>
            <a:r>
              <a:rPr sz="1050" b="1">
                <a:solidFill>
                  <a:srgbClr val="6B6B67"/>
                </a:solidFill>
              </a:rPr>
              <a:t>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94F9F-23A1-4D5D-AB2E-B6865BD3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B6B67"/>
                </a:solidFill>
              </a:defRPr>
            </a:defPPr>
            <a:lvl1pPr>
              <a:defRPr sz="1050" b="1">
                <a:solidFill>
                  <a:srgbClr val="6B6B67"/>
                </a:solidFill>
              </a:defRPr>
            </a:lvl1pPr>
            <a:lvl2pPr>
              <a:defRPr sz="1050" b="1">
                <a:solidFill>
                  <a:srgbClr val="6B6B67"/>
                </a:solidFill>
              </a:defRPr>
            </a:lvl2pPr>
            <a:lvl3pPr>
              <a:defRPr sz="1050" b="1">
                <a:solidFill>
                  <a:srgbClr val="6B6B67"/>
                </a:solidFill>
              </a:defRPr>
            </a:lvl3pPr>
            <a:lvl4pPr>
              <a:defRPr sz="1050" b="1">
                <a:solidFill>
                  <a:srgbClr val="6B6B67"/>
                </a:solidFill>
              </a:defRPr>
            </a:lvl4pPr>
            <a:lvl5pPr>
              <a:defRPr sz="1050" b="1">
                <a:solidFill>
                  <a:srgbClr val="6B6B67"/>
                </a:solidFill>
              </a:defRPr>
            </a:lvl5pPr>
            <a:lvl6pPr>
              <a:defRPr sz="1050" b="1">
                <a:solidFill>
                  <a:srgbClr val="6B6B67"/>
                </a:solidFill>
              </a:defRPr>
            </a:lvl6pPr>
            <a:lvl7pPr>
              <a:defRPr sz="1050" b="1">
                <a:solidFill>
                  <a:srgbClr val="6B6B67"/>
                </a:solidFill>
              </a:defRPr>
            </a:lvl7pPr>
            <a:lvl8pPr>
              <a:defRPr sz="1050" b="1">
                <a:solidFill>
                  <a:srgbClr val="6B6B67"/>
                </a:solidFill>
              </a:defRPr>
            </a:lvl8pPr>
            <a:lvl9pPr>
              <a:defRPr sz="105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B6B67"/>
                </a:solidFill>
              </a:defRPr>
            </a:pPr>
            <a:r>
              <a:rPr sz="1050" b="1">
                <a:solidFill>
                  <a:srgbClr val="6B6B67"/>
                </a:solidFill>
              </a:rPr>
              <a:t>48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8AF94-3922-404F-AD1B-EB26F35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48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B6B67"/>
                </a:solidFill>
              </a:defRPr>
            </a:defPPr>
            <a:lvl1pPr>
              <a:defRPr sz="1050" b="1">
                <a:solidFill>
                  <a:srgbClr val="6B6B67"/>
                </a:solidFill>
              </a:defRPr>
            </a:lvl1pPr>
            <a:lvl2pPr>
              <a:defRPr sz="1050" b="1">
                <a:solidFill>
                  <a:srgbClr val="6B6B67"/>
                </a:solidFill>
              </a:defRPr>
            </a:lvl2pPr>
            <a:lvl3pPr>
              <a:defRPr sz="1050" b="1">
                <a:solidFill>
                  <a:srgbClr val="6B6B67"/>
                </a:solidFill>
              </a:defRPr>
            </a:lvl3pPr>
            <a:lvl4pPr>
              <a:defRPr sz="1050" b="1">
                <a:solidFill>
                  <a:srgbClr val="6B6B67"/>
                </a:solidFill>
              </a:defRPr>
            </a:lvl4pPr>
            <a:lvl5pPr>
              <a:defRPr sz="1050" b="1">
                <a:solidFill>
                  <a:srgbClr val="6B6B67"/>
                </a:solidFill>
              </a:defRPr>
            </a:lvl5pPr>
            <a:lvl6pPr>
              <a:defRPr sz="1050" b="1">
                <a:solidFill>
                  <a:srgbClr val="6B6B67"/>
                </a:solidFill>
              </a:defRPr>
            </a:lvl6pPr>
            <a:lvl7pPr>
              <a:defRPr sz="1050" b="1">
                <a:solidFill>
                  <a:srgbClr val="6B6B67"/>
                </a:solidFill>
              </a:defRPr>
            </a:lvl7pPr>
            <a:lvl8pPr>
              <a:defRPr sz="1050" b="1">
                <a:solidFill>
                  <a:srgbClr val="6B6B67"/>
                </a:solidFill>
              </a:defRPr>
            </a:lvl8pPr>
            <a:lvl9pPr>
              <a:defRPr sz="105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B6B67"/>
                </a:solidFill>
              </a:defRPr>
            </a:pPr>
            <a:r>
              <a:rPr sz="1050" b="1">
                <a:solidFill>
                  <a:srgbClr val="6B6B67"/>
                </a:solidFill>
              </a:rPr>
              <a:t>32 px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D922B-B1C7-4A33-8187-B0D81869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48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B6B67"/>
                </a:solidFill>
              </a:defRPr>
            </a:defPPr>
            <a:lvl1pPr>
              <a:defRPr sz="1050" b="1">
                <a:solidFill>
                  <a:srgbClr val="6B6B67"/>
                </a:solidFill>
              </a:defRPr>
            </a:lvl1pPr>
            <a:lvl2pPr>
              <a:defRPr sz="1050" b="1">
                <a:solidFill>
                  <a:srgbClr val="6B6B67"/>
                </a:solidFill>
              </a:defRPr>
            </a:lvl2pPr>
            <a:lvl3pPr>
              <a:defRPr sz="1050" b="1">
                <a:solidFill>
                  <a:srgbClr val="6B6B67"/>
                </a:solidFill>
              </a:defRPr>
            </a:lvl3pPr>
            <a:lvl4pPr>
              <a:defRPr sz="1050" b="1">
                <a:solidFill>
                  <a:srgbClr val="6B6B67"/>
                </a:solidFill>
              </a:defRPr>
            </a:lvl4pPr>
            <a:lvl5pPr>
              <a:defRPr sz="1050" b="1">
                <a:solidFill>
                  <a:srgbClr val="6B6B67"/>
                </a:solidFill>
              </a:defRPr>
            </a:lvl5pPr>
            <a:lvl6pPr>
              <a:defRPr sz="1050" b="1">
                <a:solidFill>
                  <a:srgbClr val="6B6B67"/>
                </a:solidFill>
              </a:defRPr>
            </a:lvl6pPr>
            <a:lvl7pPr>
              <a:defRPr sz="1050" b="1">
                <a:solidFill>
                  <a:srgbClr val="6B6B67"/>
                </a:solidFill>
              </a:defRPr>
            </a:lvl7pPr>
            <a:lvl8pPr>
              <a:defRPr sz="1050" b="1">
                <a:solidFill>
                  <a:srgbClr val="6B6B67"/>
                </a:solidFill>
              </a:defRPr>
            </a:lvl8pPr>
            <a:lvl9pPr>
              <a:defRPr sz="105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B6B67"/>
                </a:solidFill>
              </a:defRPr>
            </a:pPr>
            <a:r>
              <a:rPr sz="1050" b="1">
                <a:solidFill>
                  <a:srgbClr val="6B6B67"/>
                </a:solidFill>
              </a:rPr>
              <a:t>16 px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527C1-3E0A-4172-9D54-0220138AB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870ddd74447a9"/>
          <a:stretch xmlns:a="http://schemas.openxmlformats.org/drawingml/2006/main"/>
        </p:blipFill>
        <p:spPr>
          <a:xfrm xmlns:a="http://schemas.openxmlformats.org/drawingml/2006/main">
            <a:off x="8362950" y="53340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2F558-1C13-4695-B3CA-B3EBC1EC19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2acd4b96247c5"/>
          <a:stretch xmlns:a="http://schemas.openxmlformats.org/drawingml/2006/main"/>
        </p:blipFill>
        <p:spPr>
          <a:xfrm xmlns:a="http://schemas.openxmlformats.org/drawingml/2006/main">
            <a:off x="9353550" y="54102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7176D-8E58-49DB-BBA6-A69021374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a089dc5674342"/>
          <a:stretch xmlns:a="http://schemas.openxmlformats.org/drawingml/2006/main"/>
        </p:blipFill>
        <p:spPr>
          <a:xfrm xmlns:a="http://schemas.openxmlformats.org/drawingml/2006/main">
            <a:off x="10267950" y="54864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2FA2A-2CC5-44D1-88BA-5ABA1D5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B6B67"/>
                </a:solidFill>
              </a:defRPr>
            </a:defPPr>
            <a:lvl1pPr>
              <a:defRPr sz="900" b="1">
                <a:solidFill>
                  <a:srgbClr val="6B6B67"/>
                </a:solidFill>
              </a:defRPr>
            </a:lvl1pPr>
            <a:lvl2pPr>
              <a:defRPr sz="900" b="1">
                <a:solidFill>
                  <a:srgbClr val="6B6B67"/>
                </a:solidFill>
              </a:defRPr>
            </a:lvl2pPr>
            <a:lvl3pPr>
              <a:defRPr sz="900" b="1">
                <a:solidFill>
                  <a:srgbClr val="6B6B67"/>
                </a:solidFill>
              </a:defRPr>
            </a:lvl3pPr>
            <a:lvl4pPr>
              <a:defRPr sz="900" b="1">
                <a:solidFill>
                  <a:srgbClr val="6B6B67"/>
                </a:solidFill>
              </a:defRPr>
            </a:lvl4pPr>
            <a:lvl5pPr>
              <a:defRPr sz="900" b="1">
                <a:solidFill>
                  <a:srgbClr val="6B6B67"/>
                </a:solidFill>
              </a:defRPr>
            </a:lvl5pPr>
            <a:lvl6pPr>
              <a:defRPr sz="900" b="1">
                <a:solidFill>
                  <a:srgbClr val="6B6B67"/>
                </a:solidFill>
              </a:defRPr>
            </a:lvl6pPr>
            <a:lvl7pPr>
              <a:defRPr sz="900" b="1">
                <a:solidFill>
                  <a:srgbClr val="6B6B67"/>
                </a:solidFill>
              </a:defRPr>
            </a:lvl7pPr>
            <a:lvl8pPr>
              <a:defRPr sz="900" b="1">
                <a:solidFill>
                  <a:srgbClr val="6B6B67"/>
                </a:solidFill>
              </a:defRPr>
            </a:lvl8pPr>
            <a:lvl9pPr>
              <a:defRPr sz="90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7614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89823-AE3A-481A-91C2-53968323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1111"/>
                </a:solidFill>
              </a:defRPr>
            </a:defPPr>
            <a:lvl1pPr>
              <a:defRPr sz="2550" b="1">
                <a:solidFill>
                  <a:srgbClr val="111111"/>
                </a:solidFill>
              </a:defRPr>
            </a:lvl1pPr>
            <a:lvl2pPr>
              <a:defRPr sz="2550" b="1">
                <a:solidFill>
                  <a:srgbClr val="111111"/>
                </a:solidFill>
              </a:defRPr>
            </a:lvl2pPr>
            <a:lvl3pPr>
              <a:defRPr sz="2550" b="1">
                <a:solidFill>
                  <a:srgbClr val="111111"/>
                </a:solidFill>
              </a:defRPr>
            </a:lvl3pPr>
            <a:lvl4pPr>
              <a:defRPr sz="2550" b="1">
                <a:solidFill>
                  <a:srgbClr val="111111"/>
                </a:solidFill>
              </a:defRPr>
            </a:lvl4pPr>
            <a:lvl5pPr>
              <a:defRPr sz="2550" b="1">
                <a:solidFill>
                  <a:srgbClr val="111111"/>
                </a:solidFill>
              </a:defRPr>
            </a:lvl5pPr>
            <a:lvl6pPr>
              <a:defRPr sz="2550" b="1">
                <a:solidFill>
                  <a:srgbClr val="111111"/>
                </a:solidFill>
              </a:defRPr>
            </a:lvl6pPr>
            <a:lvl7pPr>
              <a:defRPr sz="2550" b="1">
                <a:solidFill>
                  <a:srgbClr val="111111"/>
                </a:solidFill>
              </a:defRPr>
            </a:lvl7pPr>
            <a:lvl8pPr>
              <a:defRPr sz="2550" b="1">
                <a:solidFill>
                  <a:srgbClr val="111111"/>
                </a:solidFill>
              </a:defRPr>
            </a:lvl8pPr>
            <a:lvl9pPr>
              <a:defRPr sz="2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Final identity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0AA7F-E1CB-4708-8E3F-D154DE2A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B6B67"/>
                </a:solidFill>
              </a:defRPr>
            </a:defPPr>
            <a:lvl1pPr>
              <a:defRPr sz="1500" b="0">
                <a:solidFill>
                  <a:srgbClr val="6B6B67"/>
                </a:solidFill>
              </a:defRPr>
            </a:lvl1pPr>
            <a:lvl2pPr>
              <a:defRPr sz="1500" b="0">
                <a:solidFill>
                  <a:srgbClr val="6B6B67"/>
                </a:solidFill>
              </a:defRPr>
            </a:lvl2pPr>
            <a:lvl3pPr>
              <a:defRPr sz="1500" b="0">
                <a:solidFill>
                  <a:srgbClr val="6B6B67"/>
                </a:solidFill>
              </a:defRPr>
            </a:lvl3pPr>
            <a:lvl4pPr>
              <a:defRPr sz="1500" b="0">
                <a:solidFill>
                  <a:srgbClr val="6B6B67"/>
                </a:solidFill>
              </a:defRPr>
            </a:lvl4pPr>
            <a:lvl5pPr>
              <a:defRPr sz="1500" b="0">
                <a:solidFill>
                  <a:srgbClr val="6B6B67"/>
                </a:solidFill>
              </a:defRPr>
            </a:lvl5pPr>
            <a:lvl6pPr>
              <a:defRPr sz="1500" b="0">
                <a:solidFill>
                  <a:srgbClr val="6B6B67"/>
                </a:solidFill>
              </a:defRPr>
            </a:lvl6pPr>
            <a:lvl7pPr>
              <a:defRPr sz="1500" b="0">
                <a:solidFill>
                  <a:srgbClr val="6B6B67"/>
                </a:solidFill>
              </a:defRPr>
            </a:lvl7pPr>
            <a:lvl8pPr>
              <a:defRPr sz="1500" b="0">
                <a:solidFill>
                  <a:srgbClr val="6B6B67"/>
                </a:solidFill>
              </a:defRPr>
            </a:lvl8pPr>
            <a:lvl9pPr>
              <a:defRPr sz="1500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B6B67"/>
                </a:solidFill>
              </a:defRPr>
            </a:pPr>
            <a:r>
              <a:rPr sz="1500" b="0">
                <a:solidFill>
                  <a:srgbClr val="6B6B67"/>
                </a:solidFill>
              </a:rPr>
              <a:t>One symbol, one wordmark and three usage formats cover the core brand needs.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98827-9F2D-4858-9062-A187280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3DD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1A133-0BBB-479A-937B-E579AF393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4a82ca6434000"/>
          <a:stretch xmlns:a="http://schemas.openxmlformats.org/drawingml/2006/main"/>
        </p:blipFill>
        <p:spPr>
          <a:xfrm xmlns:a="http://schemas.openxmlformats.org/drawingml/2006/main">
            <a:off x="803031" y="1790700"/>
            <a:ext cx="5861538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21155-A811-4760-A5C1-0437DFD5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PRIMARY  Horizontal lockup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09EB9-5E45-467A-9DB2-39ABF0359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5739de6b94f21"/>
          <a:stretch xmlns:a="http://schemas.openxmlformats.org/drawingml/2006/main"/>
        </p:blipFill>
        <p:spPr>
          <a:xfrm xmlns:a="http://schemas.openxmlformats.org/drawingml/2006/main">
            <a:off x="7143750" y="1941271"/>
            <a:ext cx="2000250" cy="221345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3472B-AB28-444E-AD05-05918FCC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SECONDARY  Stacked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310AF-A2D1-4B77-814B-B717D503B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6bbe021f54c28"/>
          <a:stretch xmlns:a="http://schemas.openxmlformats.org/drawingml/2006/main"/>
        </p:blipFill>
        <p:spPr>
          <a:xfrm xmlns:a="http://schemas.openxmlformats.org/drawingml/2006/main">
            <a:off x="10039350" y="2101939"/>
            <a:ext cx="838200" cy="187307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9DC79-AD40-4086-9CBA-0B437E0F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91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11111"/>
                </a:solidFill>
              </a:defRPr>
            </a:defPPr>
            <a:lvl1pPr>
              <a:defRPr sz="1275" b="1">
                <a:solidFill>
                  <a:srgbClr val="111111"/>
                </a:solidFill>
              </a:defRPr>
            </a:lvl1pPr>
            <a:lvl2pPr>
              <a:defRPr sz="1275" b="1">
                <a:solidFill>
                  <a:srgbClr val="111111"/>
                </a:solidFill>
              </a:defRPr>
            </a:lvl2pPr>
            <a:lvl3pPr>
              <a:defRPr sz="1275" b="1">
                <a:solidFill>
                  <a:srgbClr val="111111"/>
                </a:solidFill>
              </a:defRPr>
            </a:lvl3pPr>
            <a:lvl4pPr>
              <a:defRPr sz="1275" b="1">
                <a:solidFill>
                  <a:srgbClr val="111111"/>
                </a:solidFill>
              </a:defRPr>
            </a:lvl4pPr>
            <a:lvl5pPr>
              <a:defRPr sz="1275" b="1">
                <a:solidFill>
                  <a:srgbClr val="111111"/>
                </a:solidFill>
              </a:defRPr>
            </a:lvl5pPr>
            <a:lvl6pPr>
              <a:defRPr sz="1275" b="1">
                <a:solidFill>
                  <a:srgbClr val="111111"/>
                </a:solidFill>
              </a:defRPr>
            </a:lvl6pPr>
            <a:lvl7pPr>
              <a:defRPr sz="1275" b="1">
                <a:solidFill>
                  <a:srgbClr val="111111"/>
                </a:solidFill>
              </a:defRPr>
            </a:lvl7pPr>
            <a:lvl8pPr>
              <a:defRPr sz="1275" b="1">
                <a:solidFill>
                  <a:srgbClr val="111111"/>
                </a:solidFill>
              </a:defRPr>
            </a:lvl8pPr>
            <a:lvl9pPr>
              <a:defRPr sz="127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SMALL SPACE  Symbol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5925A-FB27-4F84-9B61-DE6FE885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27A03-B4B9-4E9C-B8DF-427A2D1A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11111"/>
                </a:solidFill>
              </a:defRPr>
            </a:defPPr>
            <a:lvl1pPr>
              <a:defRPr sz="1125" b="1">
                <a:solidFill>
                  <a:srgbClr val="111111"/>
                </a:solidFill>
              </a:defRPr>
            </a:lvl1pPr>
            <a:lvl2pPr>
              <a:defRPr sz="1125" b="1">
                <a:solidFill>
                  <a:srgbClr val="111111"/>
                </a:solidFill>
              </a:defRPr>
            </a:lvl2pPr>
            <a:lvl3pPr>
              <a:defRPr sz="1125" b="1">
                <a:solidFill>
                  <a:srgbClr val="111111"/>
                </a:solidFill>
              </a:defRPr>
            </a:lvl3pPr>
            <a:lvl4pPr>
              <a:defRPr sz="1125" b="1">
                <a:solidFill>
                  <a:srgbClr val="111111"/>
                </a:solidFill>
              </a:defRPr>
            </a:lvl4pPr>
            <a:lvl5pPr>
              <a:defRPr sz="1125" b="1">
                <a:solidFill>
                  <a:srgbClr val="111111"/>
                </a:solidFill>
              </a:defRPr>
            </a:lvl5pPr>
            <a:lvl6pPr>
              <a:defRPr sz="1125" b="1">
                <a:solidFill>
                  <a:srgbClr val="111111"/>
                </a:solidFill>
              </a:defRPr>
            </a:lvl6pPr>
            <a:lvl7pPr>
              <a:defRPr sz="1125" b="1">
                <a:solidFill>
                  <a:srgbClr val="111111"/>
                </a:solidFill>
              </a:defRPr>
            </a:lvl7pPr>
            <a:lvl8pPr>
              <a:defRPr sz="1125" b="1">
                <a:solidFill>
                  <a:srgbClr val="111111"/>
                </a:solidFill>
              </a:defRPr>
            </a:lvl8pPr>
            <a:lvl9pPr>
              <a:defRPr sz="11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Ignite yellow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75739-99FE-4748-8DD5-669E7A4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34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B6B67"/>
                </a:solidFill>
              </a:defRPr>
            </a:defPPr>
            <a:lvl1pPr>
              <a:defRPr sz="1125" b="0">
                <a:solidFill>
                  <a:srgbClr val="6B6B67"/>
                </a:solidFill>
              </a:defRPr>
            </a:lvl1pPr>
            <a:lvl2pPr>
              <a:defRPr sz="1125" b="0">
                <a:solidFill>
                  <a:srgbClr val="6B6B67"/>
                </a:solidFill>
              </a:defRPr>
            </a:lvl2pPr>
            <a:lvl3pPr>
              <a:defRPr sz="1125" b="0">
                <a:solidFill>
                  <a:srgbClr val="6B6B67"/>
                </a:solidFill>
              </a:defRPr>
            </a:lvl3pPr>
            <a:lvl4pPr>
              <a:defRPr sz="1125" b="0">
                <a:solidFill>
                  <a:srgbClr val="6B6B67"/>
                </a:solidFill>
              </a:defRPr>
            </a:lvl4pPr>
            <a:lvl5pPr>
              <a:defRPr sz="1125" b="0">
                <a:solidFill>
                  <a:srgbClr val="6B6B67"/>
                </a:solidFill>
              </a:defRPr>
            </a:lvl5pPr>
            <a:lvl6pPr>
              <a:defRPr sz="1125" b="0">
                <a:solidFill>
                  <a:srgbClr val="6B6B67"/>
                </a:solidFill>
              </a:defRPr>
            </a:lvl6pPr>
            <a:lvl7pPr>
              <a:defRPr sz="1125" b="0">
                <a:solidFill>
                  <a:srgbClr val="6B6B67"/>
                </a:solidFill>
              </a:defRPr>
            </a:lvl7pPr>
            <a:lvl8pPr>
              <a:defRPr sz="1125" b="0">
                <a:solidFill>
                  <a:srgbClr val="6B6B67"/>
                </a:solidFill>
              </a:defRPr>
            </a:lvl8pPr>
            <a:lvl9pPr>
              <a:defRPr sz="112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#FDC904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41773-75BA-4F66-8409-30B3E03A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673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2C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A9C86-A16E-4589-9AA1-BB8BB396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3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11111"/>
                </a:solidFill>
              </a:defRPr>
            </a:defPPr>
            <a:lvl1pPr>
              <a:defRPr sz="1125" b="1">
                <a:solidFill>
                  <a:srgbClr val="111111"/>
                </a:solidFill>
              </a:defRPr>
            </a:lvl1pPr>
            <a:lvl2pPr>
              <a:defRPr sz="1125" b="1">
                <a:solidFill>
                  <a:srgbClr val="111111"/>
                </a:solidFill>
              </a:defRPr>
            </a:lvl2pPr>
            <a:lvl3pPr>
              <a:defRPr sz="1125" b="1">
                <a:solidFill>
                  <a:srgbClr val="111111"/>
                </a:solidFill>
              </a:defRPr>
            </a:lvl3pPr>
            <a:lvl4pPr>
              <a:defRPr sz="1125" b="1">
                <a:solidFill>
                  <a:srgbClr val="111111"/>
                </a:solidFill>
              </a:defRPr>
            </a:lvl4pPr>
            <a:lvl5pPr>
              <a:defRPr sz="1125" b="1">
                <a:solidFill>
                  <a:srgbClr val="111111"/>
                </a:solidFill>
              </a:defRPr>
            </a:lvl5pPr>
            <a:lvl6pPr>
              <a:defRPr sz="1125" b="1">
                <a:solidFill>
                  <a:srgbClr val="111111"/>
                </a:solidFill>
              </a:defRPr>
            </a:lvl6pPr>
            <a:lvl7pPr>
              <a:defRPr sz="1125" b="1">
                <a:solidFill>
                  <a:srgbClr val="111111"/>
                </a:solidFill>
              </a:defRPr>
            </a:lvl7pPr>
            <a:lvl8pPr>
              <a:defRPr sz="1125" b="1">
                <a:solidFill>
                  <a:srgbClr val="111111"/>
                </a:solidFill>
              </a:defRPr>
            </a:lvl8pPr>
            <a:lvl9pPr>
              <a:defRPr sz="11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Sky blue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AA6FC-26CA-41AC-87EA-A0FF21E9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34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B6B67"/>
                </a:solidFill>
              </a:defRPr>
            </a:defPPr>
            <a:lvl1pPr>
              <a:defRPr sz="1125" b="0">
                <a:solidFill>
                  <a:srgbClr val="6B6B67"/>
                </a:solidFill>
              </a:defRPr>
            </a:lvl1pPr>
            <a:lvl2pPr>
              <a:defRPr sz="1125" b="0">
                <a:solidFill>
                  <a:srgbClr val="6B6B67"/>
                </a:solidFill>
              </a:defRPr>
            </a:lvl2pPr>
            <a:lvl3pPr>
              <a:defRPr sz="1125" b="0">
                <a:solidFill>
                  <a:srgbClr val="6B6B67"/>
                </a:solidFill>
              </a:defRPr>
            </a:lvl3pPr>
            <a:lvl4pPr>
              <a:defRPr sz="1125" b="0">
                <a:solidFill>
                  <a:srgbClr val="6B6B67"/>
                </a:solidFill>
              </a:defRPr>
            </a:lvl4pPr>
            <a:lvl5pPr>
              <a:defRPr sz="1125" b="0">
                <a:solidFill>
                  <a:srgbClr val="6B6B67"/>
                </a:solidFill>
              </a:defRPr>
            </a:lvl5pPr>
            <a:lvl6pPr>
              <a:defRPr sz="1125" b="0">
                <a:solidFill>
                  <a:srgbClr val="6B6B67"/>
                </a:solidFill>
              </a:defRPr>
            </a:lvl6pPr>
            <a:lvl7pPr>
              <a:defRPr sz="1125" b="0">
                <a:solidFill>
                  <a:srgbClr val="6B6B67"/>
                </a:solidFill>
              </a:defRPr>
            </a:lvl7pPr>
            <a:lvl8pPr>
              <a:defRPr sz="1125" b="0">
                <a:solidFill>
                  <a:srgbClr val="6B6B67"/>
                </a:solidFill>
              </a:defRPr>
            </a:lvl8pPr>
            <a:lvl9pPr>
              <a:defRPr sz="112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#92C2DF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0774B-A97E-40FF-9019-2312169B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2B543-89CB-4BD6-9AAE-E151A39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3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11111"/>
                </a:solidFill>
              </a:defRPr>
            </a:defPPr>
            <a:lvl1pPr>
              <a:defRPr sz="1125" b="1">
                <a:solidFill>
                  <a:srgbClr val="111111"/>
                </a:solidFill>
              </a:defRPr>
            </a:lvl1pPr>
            <a:lvl2pPr>
              <a:defRPr sz="1125" b="1">
                <a:solidFill>
                  <a:srgbClr val="111111"/>
                </a:solidFill>
              </a:defRPr>
            </a:lvl2pPr>
            <a:lvl3pPr>
              <a:defRPr sz="1125" b="1">
                <a:solidFill>
                  <a:srgbClr val="111111"/>
                </a:solidFill>
              </a:defRPr>
            </a:lvl3pPr>
            <a:lvl4pPr>
              <a:defRPr sz="1125" b="1">
                <a:solidFill>
                  <a:srgbClr val="111111"/>
                </a:solidFill>
              </a:defRPr>
            </a:lvl4pPr>
            <a:lvl5pPr>
              <a:defRPr sz="1125" b="1">
                <a:solidFill>
                  <a:srgbClr val="111111"/>
                </a:solidFill>
              </a:defRPr>
            </a:lvl5pPr>
            <a:lvl6pPr>
              <a:defRPr sz="1125" b="1">
                <a:solidFill>
                  <a:srgbClr val="111111"/>
                </a:solidFill>
              </a:defRPr>
            </a:lvl6pPr>
            <a:lvl7pPr>
              <a:defRPr sz="1125" b="1">
                <a:solidFill>
                  <a:srgbClr val="111111"/>
                </a:solidFill>
              </a:defRPr>
            </a:lvl7pPr>
            <a:lvl8pPr>
              <a:defRPr sz="1125" b="1">
                <a:solidFill>
                  <a:srgbClr val="111111"/>
                </a:solidFill>
              </a:defRPr>
            </a:lvl8pPr>
            <a:lvl9pPr>
              <a:defRPr sz="11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46294-724B-44E9-AB49-A29AD7D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34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B6B67"/>
                </a:solidFill>
              </a:defRPr>
            </a:defPPr>
            <a:lvl1pPr>
              <a:defRPr sz="1125" b="0">
                <a:solidFill>
                  <a:srgbClr val="6B6B67"/>
                </a:solidFill>
              </a:defRPr>
            </a:lvl1pPr>
            <a:lvl2pPr>
              <a:defRPr sz="1125" b="0">
                <a:solidFill>
                  <a:srgbClr val="6B6B67"/>
                </a:solidFill>
              </a:defRPr>
            </a:lvl2pPr>
            <a:lvl3pPr>
              <a:defRPr sz="1125" b="0">
                <a:solidFill>
                  <a:srgbClr val="6B6B67"/>
                </a:solidFill>
              </a:defRPr>
            </a:lvl3pPr>
            <a:lvl4pPr>
              <a:defRPr sz="1125" b="0">
                <a:solidFill>
                  <a:srgbClr val="6B6B67"/>
                </a:solidFill>
              </a:defRPr>
            </a:lvl4pPr>
            <a:lvl5pPr>
              <a:defRPr sz="1125" b="0">
                <a:solidFill>
                  <a:srgbClr val="6B6B67"/>
                </a:solidFill>
              </a:defRPr>
            </a:lvl5pPr>
            <a:lvl6pPr>
              <a:defRPr sz="1125" b="0">
                <a:solidFill>
                  <a:srgbClr val="6B6B67"/>
                </a:solidFill>
              </a:defRPr>
            </a:lvl6pPr>
            <a:lvl7pPr>
              <a:defRPr sz="1125" b="0">
                <a:solidFill>
                  <a:srgbClr val="6B6B67"/>
                </a:solidFill>
              </a:defRPr>
            </a:lvl7pPr>
            <a:lvl8pPr>
              <a:defRPr sz="1125" b="0">
                <a:solidFill>
                  <a:srgbClr val="6B6B67"/>
                </a:solidFill>
              </a:defRPr>
            </a:lvl8pPr>
            <a:lvl9pPr>
              <a:defRPr sz="112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#111111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1E5BE-BE45-4E63-95EA-A042A64F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673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62EB3-9AC1-4CAE-9BA1-91E0D12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3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11111"/>
                </a:solidFill>
              </a:defRPr>
            </a:defPPr>
            <a:lvl1pPr>
              <a:defRPr sz="1125" b="1">
                <a:solidFill>
                  <a:srgbClr val="111111"/>
                </a:solidFill>
              </a:defRPr>
            </a:lvl1pPr>
            <a:lvl2pPr>
              <a:defRPr sz="1125" b="1">
                <a:solidFill>
                  <a:srgbClr val="111111"/>
                </a:solidFill>
              </a:defRPr>
            </a:lvl2pPr>
            <a:lvl3pPr>
              <a:defRPr sz="1125" b="1">
                <a:solidFill>
                  <a:srgbClr val="111111"/>
                </a:solidFill>
              </a:defRPr>
            </a:lvl3pPr>
            <a:lvl4pPr>
              <a:defRPr sz="1125" b="1">
                <a:solidFill>
                  <a:srgbClr val="111111"/>
                </a:solidFill>
              </a:defRPr>
            </a:lvl4pPr>
            <a:lvl5pPr>
              <a:defRPr sz="1125" b="1">
                <a:solidFill>
                  <a:srgbClr val="111111"/>
                </a:solidFill>
              </a:defRPr>
            </a:lvl5pPr>
            <a:lvl6pPr>
              <a:defRPr sz="1125" b="1">
                <a:solidFill>
                  <a:srgbClr val="111111"/>
                </a:solidFill>
              </a:defRPr>
            </a:lvl6pPr>
            <a:lvl7pPr>
              <a:defRPr sz="1125" b="1">
                <a:solidFill>
                  <a:srgbClr val="111111"/>
                </a:solidFill>
              </a:defRPr>
            </a:lvl7pPr>
            <a:lvl8pPr>
              <a:defRPr sz="1125" b="1">
                <a:solidFill>
                  <a:srgbClr val="111111"/>
                </a:solidFill>
              </a:defRPr>
            </a:lvl8pPr>
            <a:lvl9pPr>
              <a:defRPr sz="1125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Warm ivory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6F543-E456-4F50-B8FD-3FEB7976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734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B6B67"/>
                </a:solidFill>
              </a:defRPr>
            </a:defPPr>
            <a:lvl1pPr>
              <a:defRPr sz="1125" b="0">
                <a:solidFill>
                  <a:srgbClr val="6B6B67"/>
                </a:solidFill>
              </a:defRPr>
            </a:lvl1pPr>
            <a:lvl2pPr>
              <a:defRPr sz="1125" b="0">
                <a:solidFill>
                  <a:srgbClr val="6B6B67"/>
                </a:solidFill>
              </a:defRPr>
            </a:lvl2pPr>
            <a:lvl3pPr>
              <a:defRPr sz="1125" b="0">
                <a:solidFill>
                  <a:srgbClr val="6B6B67"/>
                </a:solidFill>
              </a:defRPr>
            </a:lvl3pPr>
            <a:lvl4pPr>
              <a:defRPr sz="1125" b="0">
                <a:solidFill>
                  <a:srgbClr val="6B6B67"/>
                </a:solidFill>
              </a:defRPr>
            </a:lvl4pPr>
            <a:lvl5pPr>
              <a:defRPr sz="1125" b="0">
                <a:solidFill>
                  <a:srgbClr val="6B6B67"/>
                </a:solidFill>
              </a:defRPr>
            </a:lvl5pPr>
            <a:lvl6pPr>
              <a:defRPr sz="1125" b="0">
                <a:solidFill>
                  <a:srgbClr val="6B6B67"/>
                </a:solidFill>
              </a:defRPr>
            </a:lvl6pPr>
            <a:lvl7pPr>
              <a:defRPr sz="1125" b="0">
                <a:solidFill>
                  <a:srgbClr val="6B6B67"/>
                </a:solidFill>
              </a:defRPr>
            </a:lvl7pPr>
            <a:lvl8pPr>
              <a:defRPr sz="1125" b="0">
                <a:solidFill>
                  <a:srgbClr val="6B6B67"/>
                </a:solidFill>
              </a:defRPr>
            </a:lvl8pPr>
            <a:lvl9pPr>
              <a:defRPr sz="1125" b="0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B6B67"/>
                </a:solidFill>
              </a:defRPr>
            </a:pPr>
            <a:r>
              <a:rPr sz="1125" b="0">
                <a:solidFill>
                  <a:srgbClr val="6B6B67"/>
                </a:solidFill>
              </a:rPr>
              <a:t>#FFF8E8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67594-C903-4AC7-9433-612EDB95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B6B67"/>
                </a:solidFill>
              </a:defRPr>
            </a:defPPr>
            <a:lvl1pPr>
              <a:defRPr sz="900" b="1">
                <a:solidFill>
                  <a:srgbClr val="6B6B67"/>
                </a:solidFill>
              </a:defRPr>
            </a:lvl1pPr>
            <a:lvl2pPr>
              <a:defRPr sz="900" b="1">
                <a:solidFill>
                  <a:srgbClr val="6B6B67"/>
                </a:solidFill>
              </a:defRPr>
            </a:lvl2pPr>
            <a:lvl3pPr>
              <a:defRPr sz="900" b="1">
                <a:solidFill>
                  <a:srgbClr val="6B6B67"/>
                </a:solidFill>
              </a:defRPr>
            </a:lvl3pPr>
            <a:lvl4pPr>
              <a:defRPr sz="900" b="1">
                <a:solidFill>
                  <a:srgbClr val="6B6B67"/>
                </a:solidFill>
              </a:defRPr>
            </a:lvl4pPr>
            <a:lvl5pPr>
              <a:defRPr sz="900" b="1">
                <a:solidFill>
                  <a:srgbClr val="6B6B67"/>
                </a:solidFill>
              </a:defRPr>
            </a:lvl5pPr>
            <a:lvl6pPr>
              <a:defRPr sz="900" b="1">
                <a:solidFill>
                  <a:srgbClr val="6B6B67"/>
                </a:solidFill>
              </a:defRPr>
            </a:lvl6pPr>
            <a:lvl7pPr>
              <a:defRPr sz="900" b="1">
                <a:solidFill>
                  <a:srgbClr val="6B6B67"/>
                </a:solidFill>
              </a:defRPr>
            </a:lvl7pPr>
            <a:lvl8pPr>
              <a:defRPr sz="900" b="1">
                <a:solidFill>
                  <a:srgbClr val="6B6B67"/>
                </a:solidFill>
              </a:defRPr>
            </a:lvl8pPr>
            <a:lvl9pPr>
              <a:defRPr sz="900" b="1">
                <a:solidFill>
                  <a:srgbClr val="6B6B6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B6B67"/>
                </a:solidFill>
              </a:defRPr>
            </a:pPr>
            <a:r>
              <a:rPr sz="900" b="1">
                <a:solidFill>
                  <a:srgbClr val="6B6B6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3994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C5CD7-56FD-4FE5-AE67-1CF597190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1750b1d174805"/>
          <a:srcRect xmlns:a="http://schemas.openxmlformats.org/drawingml/2006/main" l="0" t="685" r="0" b="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4193-2947-4973-828A-CB88A27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CEBC7-F79E-4E13-9946-BC758C1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675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Approval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076B8-1885-4BD3-83AA-7C793926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92C2DF"/>
                </a:solidFill>
              </a:defRPr>
            </a:defPPr>
            <a:lvl1pPr>
              <a:defRPr sz="1650" b="1">
                <a:solidFill>
                  <a:srgbClr val="92C2DF"/>
                </a:solidFill>
              </a:defRPr>
            </a:lvl1pPr>
            <a:lvl2pPr>
              <a:defRPr sz="1650" b="1">
                <a:solidFill>
                  <a:srgbClr val="92C2DF"/>
                </a:solidFill>
              </a:defRPr>
            </a:lvl2pPr>
            <a:lvl3pPr>
              <a:defRPr sz="1650" b="1">
                <a:solidFill>
                  <a:srgbClr val="92C2DF"/>
                </a:solidFill>
              </a:defRPr>
            </a:lvl3pPr>
            <a:lvl4pPr>
              <a:defRPr sz="1650" b="1">
                <a:solidFill>
                  <a:srgbClr val="92C2DF"/>
                </a:solidFill>
              </a:defRPr>
            </a:lvl4pPr>
            <a:lvl5pPr>
              <a:defRPr sz="1650" b="1">
                <a:solidFill>
                  <a:srgbClr val="92C2DF"/>
                </a:solidFill>
              </a:defRPr>
            </a:lvl5pPr>
            <a:lvl6pPr>
              <a:defRPr sz="1650" b="1">
                <a:solidFill>
                  <a:srgbClr val="92C2DF"/>
                </a:solidFill>
              </a:defRPr>
            </a:lvl6pPr>
            <a:lvl7pPr>
              <a:defRPr sz="1650" b="1">
                <a:solidFill>
                  <a:srgbClr val="92C2DF"/>
                </a:solidFill>
              </a:defRPr>
            </a:lvl7pPr>
            <a:lvl8pPr>
              <a:defRPr sz="1650" b="1">
                <a:solidFill>
                  <a:srgbClr val="92C2DF"/>
                </a:solidFill>
              </a:defRPr>
            </a:lvl8pPr>
            <a:lvl9pPr>
              <a:defRPr sz="1650" b="1">
                <a:solidFill>
                  <a:srgbClr val="92C2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92C2DF"/>
                </a:solidFill>
              </a:defRPr>
            </a:pPr>
            <a:r>
              <a:rPr sz="1650" b="1">
                <a:solidFill>
                  <a:srgbClr val="92C2DF"/>
                </a:solidFill>
              </a:rPr>
              <a:t>Approve the core identity for production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C5896-1D61-4DF7-9437-E04BC216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13E8B-60C1-42E6-81C8-730790AB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Original flame with a softly rounded shaft 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A3040-1B26-443C-909E-36AA59A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1A98D-282E-4564-A490-3386A7E1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Poppins Medium lowercase wordmark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B049A-9229-45D8-ABD8-DD5F772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21CA3-D08D-4829-A909-05C7E680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195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Yellow, sky blue, ink and ivory palette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00F0E-1C5E-4F36-AE41-A4994C6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C90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7B1CF-4518-4D53-AC05-F96DB0DB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672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Horizontal primary and stacked secondary lockups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B65EB-1013-4F60-9138-A650427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C99B2-4BA4-45B8-AD8E-282B582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05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9A9A3"/>
                </a:solidFill>
              </a:defRPr>
            </a:defPPr>
            <a:lvl1pPr>
              <a:defRPr sz="900" b="0">
                <a:solidFill>
                  <a:srgbClr val="A9A9A3"/>
                </a:solidFill>
              </a:defRPr>
            </a:lvl1pPr>
            <a:lvl2pPr>
              <a:defRPr sz="900" b="0">
                <a:solidFill>
                  <a:srgbClr val="A9A9A3"/>
                </a:solidFill>
              </a:defRPr>
            </a:lvl2pPr>
            <a:lvl3pPr>
              <a:defRPr sz="900" b="0">
                <a:solidFill>
                  <a:srgbClr val="A9A9A3"/>
                </a:solidFill>
              </a:defRPr>
            </a:lvl3pPr>
            <a:lvl4pPr>
              <a:defRPr sz="900" b="0">
                <a:solidFill>
                  <a:srgbClr val="A9A9A3"/>
                </a:solidFill>
              </a:defRPr>
            </a:lvl4pPr>
            <a:lvl5pPr>
              <a:defRPr sz="900" b="0">
                <a:solidFill>
                  <a:srgbClr val="A9A9A3"/>
                </a:solidFill>
              </a:defRPr>
            </a:lvl5pPr>
            <a:lvl6pPr>
              <a:defRPr sz="900" b="0">
                <a:solidFill>
                  <a:srgbClr val="A9A9A3"/>
                </a:solidFill>
              </a:defRPr>
            </a:lvl6pPr>
            <a:lvl7pPr>
              <a:defRPr sz="900" b="0">
                <a:solidFill>
                  <a:srgbClr val="A9A9A3"/>
                </a:solidFill>
              </a:defRPr>
            </a:lvl7pPr>
            <a:lvl8pPr>
              <a:defRPr sz="900" b="0">
                <a:solidFill>
                  <a:srgbClr val="A9A9A3"/>
                </a:solidFill>
              </a:defRPr>
            </a:lvl8pPr>
            <a:lvl9pPr>
              <a:defRPr sz="900" b="0">
                <a:solidFill>
                  <a:srgbClr val="A9A9A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9A9A3"/>
                </a:solidFill>
              </a:defRPr>
            </a:pPr>
            <a:r>
              <a:rPr sz="900" b="0">
                <a:solidFill>
                  <a:srgbClr val="A9A9A3"/>
                </a:solidFill>
              </a:rPr>
              <a:t>Exact logo applications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40152-BD3D-4E34-8089-74ECFB6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2996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2026-10-28T00:48:54.8330000Z</dcterms:created>
  <dcterms:modified xsi:type="dcterms:W3CDTF">2026-10-28T00:48:54.8330000Z</dcterms:modified>
</coreProperties>
</file>